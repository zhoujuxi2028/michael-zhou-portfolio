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4.xml" ContentType="application/vnd.openxmlformats-officedocument.presentationml.notesSlide+xml"/>
  <Override PartName="/ppt/tags/tag6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1" r:id="rId3"/>
  </p:sldMasterIdLst>
  <p:notesMasterIdLst>
    <p:notesMasterId r:id="rId50"/>
  </p:notesMasterIdLst>
  <p:sldIdLst>
    <p:sldId id="256" r:id="rId4"/>
    <p:sldId id="257" r:id="rId5"/>
    <p:sldId id="280" r:id="rId6"/>
    <p:sldId id="6101742" r:id="rId7"/>
    <p:sldId id="6101743" r:id="rId8"/>
    <p:sldId id="259" r:id="rId9"/>
    <p:sldId id="263" r:id="rId10"/>
    <p:sldId id="265" r:id="rId11"/>
    <p:sldId id="6101741" r:id="rId12"/>
    <p:sldId id="268" r:id="rId13"/>
    <p:sldId id="6101744" r:id="rId14"/>
    <p:sldId id="277" r:id="rId15"/>
    <p:sldId id="6101713" r:id="rId16"/>
    <p:sldId id="273" r:id="rId17"/>
    <p:sldId id="6101712" r:id="rId18"/>
    <p:sldId id="6101745" r:id="rId19"/>
    <p:sldId id="279" r:id="rId20"/>
    <p:sldId id="6101800" r:id="rId21"/>
    <p:sldId id="6101796" r:id="rId22"/>
    <p:sldId id="6101788" r:id="rId23"/>
    <p:sldId id="6101789" r:id="rId24"/>
    <p:sldId id="6101790" r:id="rId25"/>
    <p:sldId id="6101791" r:id="rId26"/>
    <p:sldId id="6101792" r:id="rId27"/>
    <p:sldId id="6101793" r:id="rId28"/>
    <p:sldId id="6101794" r:id="rId29"/>
    <p:sldId id="6101748" r:id="rId30"/>
    <p:sldId id="6101749" r:id="rId31"/>
    <p:sldId id="6101765" r:id="rId32"/>
    <p:sldId id="6101750" r:id="rId33"/>
    <p:sldId id="6101795" r:id="rId34"/>
    <p:sldId id="6101787" r:id="rId35"/>
    <p:sldId id="6101684" r:id="rId36"/>
    <p:sldId id="6101780" r:id="rId37"/>
    <p:sldId id="6101782" r:id="rId38"/>
    <p:sldId id="6101751" r:id="rId39"/>
    <p:sldId id="6101785" r:id="rId40"/>
    <p:sldId id="6101786" r:id="rId41"/>
    <p:sldId id="6101747" r:id="rId42"/>
    <p:sldId id="6101797" r:id="rId43"/>
    <p:sldId id="6101736" r:id="rId44"/>
    <p:sldId id="6101798" r:id="rId45"/>
    <p:sldId id="6101799" r:id="rId46"/>
    <p:sldId id="6101746" r:id="rId47"/>
    <p:sldId id="6101801" r:id="rId48"/>
    <p:sldId id="6101752"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97" name="Microsoft Office User" initials="M" lastIdx="0" clrIdx="796"/>
  <p:cmAuthor id="1" name="zhang zhe" initials="zz" lastIdx="0" clrIdx="0"/>
  <p:cmAuthor id="798" name="未知用户277" initials="未" lastIdx="0" clrIdx="797"/>
  <p:cmAuthor id="2" name="微软用户" initials="微软用户" lastIdx="0" clrIdx="1"/>
  <p:cmAuthor id="799" name="soling" initials="s" lastIdx="0" clrIdx="798"/>
  <p:cmAuthor id="3" name="未知用户381" initials="未" lastIdx="0" clrIdx="2"/>
  <p:cmAuthor id="800" name="李 骁" initials="李" lastIdx="0" clrIdx="799"/>
  <p:cmAuthor id="4" name="TWDZ" initials="T" lastIdx="0" clrIdx="3"/>
  <p:cmAuthor id="801" name="未知用户258" initials="未" lastIdx="0" clrIdx="800"/>
  <p:cmAuthor id="5" name="未知用户382" initials="未" lastIdx="0" clrIdx="4"/>
  <p:cmAuthor id="802" name="未知的使用者96" initials="未" lastIdx="0" clrIdx="801"/>
  <p:cmAuthor id="6" name="kingsoft" initials="k" lastIdx="0" clrIdx="5"/>
  <p:cmAuthor id="803" name="未知用户260" initials="未" lastIdx="0" clrIdx="802"/>
  <p:cmAuthor id="7" name="未知用户383" initials="未" lastIdx="0" clrIdx="6"/>
  <p:cmAuthor id="804" name="未知用户261" initials="未" lastIdx="0" clrIdx="803"/>
  <p:cmAuthor id="8" name="zhouzean" initials="z" lastIdx="0" clrIdx="7"/>
  <p:cmAuthor id="805" name="未知用户262" initials="未" lastIdx="0" clrIdx="804"/>
  <p:cmAuthor id="9" name="未知用户384" initials="未" lastIdx="0" clrIdx="8"/>
  <p:cmAuthor id="806" name="未知用户263" initials="未" lastIdx="0" clrIdx="805"/>
  <p:cmAuthor id="10" name="作者" initials="A" lastIdx="0" clrIdx="9"/>
  <p:cmAuthor id="807" name="未知用户248" initials="未" lastIdx="0" clrIdx="806"/>
  <p:cmAuthor id="11" name="未知用户294" initials="未" lastIdx="0" clrIdx="10"/>
  <p:cmAuthor id="808" name="未知用户249" initials="未" lastIdx="0" clrIdx="807"/>
  <p:cmAuthor id="12" name="李晓菲_MZFnUzi6" initials="李" lastIdx="0" clrIdx="11"/>
  <p:cmAuthor id="809" name="未知用户285" initials="未" lastIdx="0" clrIdx="808"/>
  <p:cmAuthor id="13" name="未知用户385" initials="未" lastIdx="0" clrIdx="12"/>
  <p:cmAuthor id="810" name="未知用户315" initials="未" lastIdx="0" clrIdx="809"/>
  <p:cmAuthor id="14" name="小珞_QjMfU7FR" initials="小" lastIdx="0" clrIdx="13"/>
  <p:cmAuthor id="811" name="未知用户316" initials="未" lastIdx="0" clrIdx="810"/>
  <p:cmAuthor id="15" name="未知用户386" initials="未" lastIdx="0" clrIdx="14"/>
  <p:cmAuthor id="812" name="未知用户317" initials="未" lastIdx="0" clrIdx="811"/>
  <p:cmAuthor id="16" name="熊仪_aYju7RJj" initials="熊" lastIdx="0" clrIdx="15"/>
  <p:cmAuthor id="813" name="未知用户318" initials="未" lastIdx="0" clrIdx="812"/>
  <p:cmAuthor id="17" name="未知用户429" initials="未" lastIdx="0" clrIdx="16"/>
  <p:cmAuthor id="814" name="未知用户319" initials="未" lastIdx="0" clrIdx="813"/>
  <p:cmAuthor id="18" name="yifei" initials="y" lastIdx="0" clrIdx="17"/>
  <p:cmAuthor id="815" name="未知用户244" initials="未" lastIdx="0" clrIdx="814"/>
  <p:cmAuthor id="19" name="未知用户348" initials="未" lastIdx="0" clrIdx="18"/>
  <p:cmAuthor id="816" name="未知用户322" initials="未" lastIdx="0" clrIdx="815"/>
  <p:cmAuthor id="20" name="ADMIN" initials="A" lastIdx="0" clrIdx="19"/>
  <p:cmAuthor id="817" name="未知用户323" initials="未" lastIdx="0" clrIdx="816"/>
  <p:cmAuthor id="21" name="未知用户430" initials="未" lastIdx="0" clrIdx="20"/>
  <p:cmAuthor id="818" name="未知用户324" initials="未" lastIdx="0" clrIdx="817"/>
  <p:cmAuthor id="22" name="lenovo" initials="l" lastIdx="0" clrIdx="21"/>
  <p:cmAuthor id="819" name="wangxinhui" initials="w" lastIdx="0" clrIdx="818"/>
  <p:cmAuthor id="23" name="未知用户389" initials="未" lastIdx="0" clrIdx="22"/>
  <p:cmAuthor id="820" name="未知用户363" initials="未" lastIdx="0" clrIdx="819"/>
  <p:cmAuthor id="24" name="Barrett" initials="B" lastIdx="0" clrIdx="23"/>
  <p:cmAuthor id="821" name="未知用户459" initials="未" lastIdx="0" clrIdx="820"/>
  <p:cmAuthor id="25" name="未知用户350" initials="未" lastIdx="0" clrIdx="24"/>
  <p:cmAuthor id="822" name="未知用户470" initials="未" lastIdx="0" clrIdx="821"/>
  <p:cmAuthor id="26" name="陈驹洲" initials="陈" lastIdx="0" clrIdx="25"/>
  <p:cmAuthor id="823" name="未知用户325" initials="未" lastIdx="0" clrIdx="822"/>
  <p:cmAuthor id="27" name="未知用户431" initials="未" lastIdx="0" clrIdx="26"/>
  <p:cmAuthor id="824" name="未知用户326" initials="未" lastIdx="0" clrIdx="823"/>
  <p:cmAuthor id="28" name="Li Guoliang" initials="L" lastIdx="0" clrIdx="27"/>
  <p:cmAuthor id="825" name="未知用户365" initials="未" lastIdx="0" clrIdx="824"/>
  <p:cmAuthor id="29" name="未知用户351" initials="未" lastIdx="0" clrIdx="28"/>
  <p:cmAuthor id="826" name="未知用户460" initials="未" lastIdx="0" clrIdx="825"/>
  <p:cmAuthor id="30" name="潘秦华" initials="潘" lastIdx="0" clrIdx="29"/>
  <p:cmAuthor id="827" name="未知用户366" initials="未" lastIdx="0" clrIdx="826"/>
  <p:cmAuthor id="31" name="未知用户432" initials="未" lastIdx="0" clrIdx="30"/>
  <p:cmAuthor id="828" name="未知用户461" initials="未" lastIdx="0" clrIdx="827"/>
  <p:cmAuthor id="32" name="lww19940713@163.com" initials="l" lastIdx="0" clrIdx="31"/>
  <p:cmAuthor id="829" name="未知用户367" initials="未" lastIdx="0" clrIdx="828"/>
  <p:cmAuthor id="33" name="未知用户392" initials="未" lastIdx="0" clrIdx="32"/>
  <p:cmAuthor id="830" name="未知用户462" initials="未" lastIdx="0" clrIdx="829"/>
  <p:cmAuthor id="34" name="pzhao" initials="p" lastIdx="0" clrIdx="33"/>
  <p:cmAuthor id="831" name="未知用户463" initials="未" lastIdx="0" clrIdx="830"/>
  <p:cmAuthor id="35" name="未知用户433" initials="未" lastIdx="0" clrIdx="34"/>
  <p:cmAuthor id="832" name="未知用户368" initials="未" lastIdx="0" clrIdx="831"/>
  <p:cmAuthor id="36" name="00035181" initials="0" lastIdx="0" clrIdx="35"/>
  <p:cmAuthor id="833" name="未知用户464" initials="未" lastIdx="0" clrIdx="832"/>
  <p:cmAuthor id="37" name="未知用户434" initials="未" lastIdx="0" clrIdx="36"/>
  <p:cmAuthor id="834" name="未知用户369" initials="未" lastIdx="0" clrIdx="833"/>
  <p:cmAuthor id="38" name="enby" initials="e" lastIdx="0" clrIdx="37"/>
  <p:cmAuthor id="835" name="未知用户465" initials="未" lastIdx="0" clrIdx="834"/>
  <p:cmAuthor id="39" name="未知用户393" initials="未" lastIdx="0" clrIdx="38"/>
  <p:cmAuthor id="836" name="未知用户466" initials="未" lastIdx="0" clrIdx="835"/>
  <p:cmAuthor id="40" name="刘晓静(政企客户部)" initials="刘" lastIdx="0" clrIdx="39"/>
  <p:cmAuthor id="837" name="未知用户467" initials="未" lastIdx="0" clrIdx="836"/>
  <p:cmAuthor id="41" name="未知用户435" initials="未" lastIdx="0" clrIdx="40"/>
  <p:cmAuthor id="838" name="未知用户468" initials="未" lastIdx="0" clrIdx="837"/>
  <p:cmAuthor id="42" name="00065088" initials="0" lastIdx="0" clrIdx="41"/>
  <p:cmAuthor id="839" name="未知用户426" initials="未" lastIdx="0" clrIdx="838"/>
  <p:cmAuthor id="43" name="未知用户356" initials="未" lastIdx="0" clrIdx="42"/>
  <p:cmAuthor id="840" name="未知用户371" initials="未" lastIdx="0" clrIdx="839"/>
  <p:cmAuthor id="44" name="10066351" initials="1" lastIdx="0" clrIdx="43"/>
  <p:cmAuthor id="841" name="未知用户372" initials="未" lastIdx="0" clrIdx="840"/>
  <p:cmAuthor id="45" name="未知用户436" initials="未" lastIdx="0" clrIdx="44"/>
  <p:cmAuthor id="842" name="未知用户373" initials="未" lastIdx="0" clrIdx="841"/>
  <p:cmAuthor id="46" name="蔡建楠" initials="caijianna" lastIdx="0" clrIdx="45"/>
  <p:cmAuthor id="843" name="未知用户374" initials="未" lastIdx="0" clrIdx="842"/>
  <p:cmAuthor id="47" name="未知用户396" initials="未" lastIdx="0" clrIdx="46"/>
  <p:cmAuthor id="844" name="未知用户469" initials="未" lastIdx="0" clrIdx="843"/>
  <p:cmAuthor id="48" name="黄晓平" initials="黄" lastIdx="0" clrIdx="47"/>
  <p:cmAuthor id="845" name="未知用户427" initials="未" lastIdx="0" clrIdx="844"/>
  <p:cmAuthor id="49" name="12hopezhong" initials="1" lastIdx="0" clrIdx="48"/>
  <p:cmAuthor id="846" name="未知用户375" initials="未" lastIdx="0" clrIdx="845"/>
  <p:cmAuthor id="50" name="未知用户437" initials="未" lastIdx="0" clrIdx="49"/>
  <p:cmAuthor id="847" name="未知用户376" initials="未" lastIdx="0" clrIdx="846"/>
  <p:cmAuthor id="51" name="德辰 李" initials="德李" lastIdx="0" clrIdx="50"/>
  <p:cmAuthor id="848" name="未知用户377" initials="未" lastIdx="0" clrIdx="847"/>
  <p:cmAuthor id="52" name="xuan" initials="x" lastIdx="0" clrIdx="51"/>
  <p:cmAuthor id="849" name="未知用户428" initials="未" lastIdx="0" clrIdx="848"/>
  <p:cmAuthor id="53" name="未知用户397" initials="未" lastIdx="0" clrIdx="52"/>
  <p:cmAuthor id="850" name="未知用户378" initials="未" lastIdx="0" clrIdx="849"/>
  <p:cmAuthor id="54" name="haha" initials="h" lastIdx="0" clrIdx="53"/>
  <p:cmAuthor id="851" name="未知用户379" initials="未" lastIdx="0" clrIdx="850"/>
  <p:cmAuthor id="55" name="10118178" initials="1" lastIdx="0" clrIdx="54"/>
  <p:cmAuthor id="852" name="未知用户339" initials="未" lastIdx="0" clrIdx="851"/>
  <p:cmAuthor id="56" name="未知用户419" initials="未" lastIdx="0" clrIdx="55"/>
  <p:cmAuthor id="853" name="未知用户380" initials="未" lastIdx="0" clrIdx="852"/>
  <p:cmAuthor id="57" name="晶 王" initials="晶王" lastIdx="0" clrIdx="56"/>
  <p:cmAuthor id="58" name="10270945" initials="1" lastIdx="0" clrIdx="57"/>
  <p:cmAuthor id="59" name="未知用户399" initials="未" lastIdx="0" clrIdx="58"/>
  <p:cmAuthor id="60" name="沈霄雷" initials="沈" lastIdx="0" clrIdx="59"/>
  <p:cmAuthor id="61" name="未知用户438" initials="未" lastIdx="0" clrIdx="60"/>
  <p:cmAuthor id="62" name="10295142" initials="1" lastIdx="0" clrIdx="61"/>
  <p:cmAuthor id="63" name="Peng Rui" initials="PR" lastIdx="0" clrIdx="62"/>
  <p:cmAuthor id="64" name="未知用户401" initials="未" lastIdx="0" clrIdx="63"/>
  <p:cmAuthor id="65" name="Hou Yingfeng" initials="H" lastIdx="0" clrIdx="64"/>
  <p:cmAuthor id="66" name="魏蜜蜜|weimimi" initials="魏" lastIdx="0" clrIdx="65"/>
  <p:cmAuthor id="67" name="未知用户402" initials="未" lastIdx="0" clrIdx="66"/>
  <p:cmAuthor id="68" name="zhangmh@httz.cc" initials="z" lastIdx="0" clrIdx="67"/>
  <p:cmAuthor id="69" name="未知用户403" initials="未" lastIdx="0" clrIdx="68"/>
  <p:cmAuthor id="70" name="10056791" initials="ZTE" lastIdx="0" clrIdx="69"/>
  <p:cmAuthor id="71" name="wang" initials="wang" lastIdx="0" clrIdx="70"/>
  <p:cmAuthor id="72" name="未知用户327" initials="未" lastIdx="0" clrIdx="71"/>
  <p:cmAuthor id="73" name="Author" initials="A" lastIdx="0" clrIdx="72"/>
  <p:cmAuthor id="74" name="李楠10047711" initials="李楠10047711" lastIdx="0" clrIdx="73"/>
  <p:cmAuthor id="75" name="未知用户404" initials="未" lastIdx="0" clrIdx="74"/>
  <p:cmAuthor id="76" name="孙 笑庆" initials="孙" lastIdx="0" clrIdx="75"/>
  <p:cmAuthor id="77" name="未知用户405" initials="未" lastIdx="0" clrIdx="76"/>
  <p:cmAuthor id="78" name="10045953" initials="1" lastIdx="0" clrIdx="77"/>
  <p:cmAuthor id="79" name="yang.yuan" initials="y" lastIdx="0" clrIdx="78"/>
  <p:cmAuthor id="80" name="未知用户439" initials="未" lastIdx="0" clrIdx="79"/>
  <p:cmAuthor id="81" name="Admin" initials="A" lastIdx="0" clrIdx="80"/>
  <p:cmAuthor id="82" name="王娟" initials="1" lastIdx="0" clrIdx="81"/>
  <p:cmAuthor id="83" name="未知用户406" initials="未" lastIdx="0" clrIdx="82"/>
  <p:cmAuthor id="84" name="Administrator" initials="A" lastIdx="0" clrIdx="83"/>
  <p:cmAuthor id="85" name="关全全10258021" initials="关全全10258021" lastIdx="0" clrIdx="84"/>
  <p:cmAuthor id="86" name="未知用户440" initials="未" lastIdx="0" clrIdx="85"/>
  <p:cmAuthor id="87" name="林 哈哈" initials="林" lastIdx="0" clrIdx="86"/>
  <p:cmAuthor id="88" name="未知用户441" initials="未" lastIdx="0" clrIdx="87"/>
  <p:cmAuthor id="89" name="曹宁" initials="曹" lastIdx="0" clrIdx="88"/>
  <p:cmAuthor id="90" name="未知用户442" initials="未" lastIdx="0" clrIdx="89"/>
  <p:cmAuthor id="91" name="55" initials="5" lastIdx="0" clrIdx="90"/>
  <p:cmAuthor id="92" name="未知用户409" initials="未" lastIdx="0" clrIdx="91"/>
  <p:cmAuthor id="93" name="PRO" initials="P" lastIdx="0" clrIdx="92"/>
  <p:cmAuthor id="94" name="未知用户443" initials="未" lastIdx="0" clrIdx="93"/>
  <p:cmAuthor id="95" name="17750226060@163.com" initials="1" lastIdx="0" clrIdx="94"/>
  <p:cmAuthor id="96" name="未知用户411" initials="未" lastIdx="0" clrIdx="95"/>
  <p:cmAuthor id="97" name="WPS_1679281038" initials="W" lastIdx="0" clrIdx="96"/>
  <p:cmAuthor id="98" name="apple" initials="a" lastIdx="0" clrIdx="97"/>
  <p:cmAuthor id="99" name="未知用户444" initials="未" lastIdx="0" clrIdx="98"/>
  <p:cmAuthor id="100" name="John" initials="J" lastIdx="0" clrIdx="99"/>
  <p:cmAuthor id="101" name="未知用户413" initials="未" lastIdx="0" clrIdx="100"/>
  <p:cmAuthor id="102" name="未知用户2" initials="未" lastIdx="0" clrIdx="101"/>
  <p:cmAuthor id="103" name="未知用户445" initials="未" lastIdx="0" clrIdx="102"/>
  <p:cmAuthor id="104" name="未知的使用者12" initials="未" lastIdx="0" clrIdx="103"/>
  <p:cmAuthor id="105" name="未知用户446" initials="未" lastIdx="0" clrIdx="104"/>
  <p:cmAuthor id="106" name="zhangxiaoyi" initials="z" lastIdx="0" clrIdx="105"/>
  <p:cmAuthor id="107" name="未知用户447" initials="未" lastIdx="0" clrIdx="106"/>
  <p:cmAuthor id="108" name="张燕" initials="张" lastIdx="0" clrIdx="107"/>
  <p:cmAuthor id="109" name="未知用户448" initials="未" lastIdx="0" clrIdx="108"/>
  <p:cmAuthor id="110" name="Saku Uchikawa" initials="S" lastIdx="0" clrIdx="109"/>
  <p:cmAuthor id="111" name="未知用户333" initials="未" lastIdx="0" clrIdx="110"/>
  <p:cmAuthor id="112" name="朱常宝10028539" initials="朱" lastIdx="0" clrIdx="111"/>
  <p:cmAuthor id="113" name="未知用户417" initials="未" lastIdx="0" clrIdx="112"/>
  <p:cmAuthor id="114" name="未知的使用者9" initials="未" lastIdx="0" clrIdx="113"/>
  <p:cmAuthor id="115" name="未知用户449" initials="未" lastIdx="0" clrIdx="114"/>
  <p:cmAuthor id="116" name="未知的使用者11" initials="未" lastIdx="0" clrIdx="115"/>
  <p:cmAuthor id="117" name="未知用户418" initials="未" lastIdx="0" clrIdx="116"/>
  <p:cmAuthor id="118" name="未知的使用者27" initials="未" lastIdx="0" clrIdx="117"/>
  <p:cmAuthor id="119" name="未知用户450" initials="未" lastIdx="0" clrIdx="118"/>
  <p:cmAuthor id="120" name="王鹏凯" initials="王" lastIdx="0" clrIdx="119"/>
  <p:cmAuthor id="121" name="未知用户423" initials="未" lastIdx="0" clrIdx="120"/>
  <p:cmAuthor id="122" name="不明使用者20" initials="不" lastIdx="0" clrIdx="121"/>
  <p:cmAuthor id="123" name="未知用户424" initials="未" lastIdx="0" clrIdx="122"/>
  <p:cmAuthor id="124" name="jet" initials="j" lastIdx="0" clrIdx="123"/>
  <p:cmAuthor id="125" name="未知用户425" initials="未" lastIdx="0" clrIdx="124"/>
  <p:cmAuthor id="126" name="clinchen" initials="c" lastIdx="0" clrIdx="125"/>
  <p:cmAuthor id="127" name="未知用户451" initials="未" lastIdx="0" clrIdx="126"/>
  <p:cmAuthor id="128" name="Evonlin" initials="E" lastIdx="0" clrIdx="127"/>
  <p:cmAuthor id="129" name="未知用户452" initials="未" lastIdx="0" clrIdx="128"/>
  <p:cmAuthor id="130" name="lijq" initials="l" lastIdx="0" clrIdx="129"/>
  <p:cmAuthor id="131" name="未知用户453" initials="未" lastIdx="0" clrIdx="130"/>
  <p:cmAuthor id="132" name="未知的使用者25" initials="未" lastIdx="0" clrIdx="131"/>
  <p:cmAuthor id="133" name="未知用户454" initials="未" lastIdx="0" clrIdx="132"/>
  <p:cmAuthor id="134" name="未知的使用者26" initials="未" lastIdx="0" clrIdx="133"/>
  <p:cmAuthor id="135" name="未知用户455" initials="未" lastIdx="0" clrIdx="134"/>
  <p:cmAuthor id="136" name="August" initials="A" lastIdx="0" clrIdx="135"/>
  <p:cmAuthor id="137" name="未知用户456" initials="未" lastIdx="0" clrIdx="136"/>
  <p:cmAuthor id="138" name="qihua-DCMS" initials="q" lastIdx="0" clrIdx="137"/>
  <p:cmAuthor id="139" name="未知用户457" initials="未" lastIdx="0" clrIdx="138"/>
  <p:cmAuthor id="140" name="未知用户5" initials="未" lastIdx="0" clrIdx="139"/>
  <p:cmAuthor id="141" name="未知用户458" initials="未" lastIdx="0" clrIdx="140"/>
  <p:cmAuthor id="142" name="YUMINGNJ" initials="Y" lastIdx="0" clrIdx="141"/>
  <p:cmAuthor id="143" name="風輕 雲淡" initials="風輕" lastIdx="0" clrIdx="142"/>
  <p:cmAuthor id="144" name="daphne" initials="d" lastIdx="0" clrIdx="143"/>
  <p:cmAuthor id="145" name="戴 波" initials="戴" lastIdx="0" clrIdx="144"/>
  <p:cmAuthor id="146" name="未知用户8" initials="未" lastIdx="0" clrIdx="145"/>
  <p:cmAuthor id="147" name="Unknown User7" initials="U" lastIdx="0" clrIdx="146"/>
  <p:cmAuthor id="148" name="Unknown User8" initials="U" lastIdx="0" clrIdx="147"/>
  <p:cmAuthor id="149" name="未知用户15" initials="未" lastIdx="0" clrIdx="148"/>
  <p:cmAuthor id="150" name="78234500@qq.com" initials="7" lastIdx="0" clrIdx="149"/>
  <p:cmAuthor id="151" name="未知用户13" initials="未" lastIdx="0" clrIdx="150"/>
  <p:cmAuthor id="152" name="未知用户301" initials="未" lastIdx="0" clrIdx="151"/>
  <p:cmAuthor id="153" name="未知用户14" initials="未" lastIdx="0" clrIdx="152"/>
  <p:cmAuthor id="154" name="aaaaaa apple" initials="a" lastIdx="0" clrIdx="153"/>
  <p:cmAuthor id="155" name="Jason Wang" initials="J" lastIdx="0" clrIdx="154"/>
  <p:cmAuthor id="156" name="panjm" initials="p" lastIdx="0" clrIdx="155"/>
  <p:cmAuthor id="157" name="未知的使用者3" initials="未" lastIdx="0" clrIdx="156"/>
  <p:cmAuthor id="158" name="qiantong" initials="q" lastIdx="0" clrIdx="157"/>
  <p:cmAuthor id="159" name="yudi lin" initials="y" lastIdx="0" clrIdx="158"/>
  <p:cmAuthor id="160" name="刘 锐明" initials="刘" lastIdx="0" clrIdx="159"/>
  <p:cmAuthor id="161" name="欧 志芳" initials="欧" lastIdx="0" clrIdx="160"/>
  <p:cmAuthor id="162" name="进 揭" initials="进" lastIdx="0" clrIdx="161"/>
  <p:cmAuthor id="163" name="培源" initials="培源" lastIdx="0" clrIdx="162"/>
  <p:cmAuthor id="164" name="Gu" initials="Y" lastIdx="0" clrIdx="163"/>
  <p:cmAuthor id="165" name="周姣" initials="1" lastIdx="0" clrIdx="164"/>
  <p:cmAuthor id="166" name="未知的使用者53" initials="未" lastIdx="0" clrIdx="165"/>
  <p:cmAuthor id="167" name="未知的使用者46" initials="未" lastIdx="0" clrIdx="166"/>
  <p:cmAuthor id="168" name="yuanzh" initials="y" lastIdx="0" clrIdx="167"/>
  <p:cmAuthor id="169" name="�Ÿ�" initials="�" lastIdx="0" clrIdx="168"/>
  <p:cmAuthor id="170" name="曾红" initials="曾" lastIdx="0" clrIdx="169"/>
  <p:cmAuthor id="171" name="未知用户16" initials="未" lastIdx="0" clrIdx="170"/>
  <p:cmAuthor id="172" name="未知用户17" initials="未" lastIdx="0" clrIdx="171"/>
  <p:cmAuthor id="173" name="mm" initials="m" lastIdx="0" clrIdx="172"/>
  <p:cmAuthor id="174" name="liupeng" initials="l" lastIdx="0" clrIdx="173"/>
  <p:cmAuthor id="175" name="周宏達JerryChou" initials="周" lastIdx="0" clrIdx="174"/>
  <p:cmAuthor id="176" name="未知用户271" initials="未" lastIdx="0" clrIdx="175"/>
  <p:cmAuthor id="177" name="luxu" initials="l" lastIdx="0" clrIdx="176"/>
  <p:cmAuthor id="178" name="未知用户388" initials="未" lastIdx="0" clrIdx="177"/>
  <p:cmAuthor id="179" name="hl sun" initials="h" lastIdx="0" clrIdx="178"/>
  <p:cmAuthor id="180" name="未知的使用者50" initials="未" lastIdx="0" clrIdx="179"/>
  <p:cmAuthor id="181" name="未知用户224" initials="未" lastIdx="0" clrIdx="180"/>
  <p:cmAuthor id="182" name="未知的使用者48" initials="未" lastIdx="0" clrIdx="181"/>
  <p:cmAuthor id="183" name="jesschin" initials="j" lastIdx="0" clrIdx="182"/>
  <p:cmAuthor id="184" name="未知的使用者49" initials="未" lastIdx="0" clrIdx="183"/>
  <p:cmAuthor id="185" name="未知用户231" initials="未" lastIdx="0" clrIdx="184"/>
  <p:cmAuthor id="186" name="未知用户22" initials="未" lastIdx="0" clrIdx="185"/>
  <p:cmAuthor id="187" name="未知用户24" initials="未" lastIdx="0" clrIdx="186"/>
  <p:cmAuthor id="188" name="Mary Feil-Jacobs" initials="M" lastIdx="0" clrIdx="187"/>
  <p:cmAuthor id="189" name="未知用户256" initials="未" lastIdx="0" clrIdx="188"/>
  <p:cmAuthor id="190" name="朱晓瑜" initials="朱" lastIdx="0" clrIdx="189"/>
  <p:cmAuthor id="191" name="�ǲ�����" initials="�" lastIdx="0" clrIdx="190"/>
  <p:cmAuthor id="192" name="未知用户259" initials="未" lastIdx="0" clrIdx="191"/>
  <p:cmAuthor id="193" name="djj" initials="d" lastIdx="0" clrIdx="192"/>
  <p:cmAuthor id="194" name="張秀娟" initials="張" lastIdx="0" clrIdx="193"/>
  <p:cmAuthor id="195" name="lianghb" initials="l" lastIdx="0" clrIdx="194"/>
  <p:cmAuthor id="196" name="Shawna Strickland" initials="S" lastIdx="0" clrIdx="195"/>
  <p:cmAuthor id="197" name="linyd" initials="l" lastIdx="0" clrIdx="196"/>
  <p:cmAuthor id="198" name="Ashley Eberenz" initials="A" lastIdx="0" clrIdx="197"/>
  <p:cmAuthor id="199" name="muzi wei" initials="m" lastIdx="0" clrIdx="198"/>
  <p:cmAuthor id="200" name="Windows 用户" initials="W" lastIdx="0" clrIdx="199"/>
  <p:cmAuthor id="201" name="未知用户270" initials="未" lastIdx="0" clrIdx="200"/>
  <p:cmAuthor id="202" name="未知用户56" initials="未" lastIdx="0" clrIdx="201"/>
  <p:cmAuthor id="203" name="未知用户55" initials="未" lastIdx="0" clrIdx="202"/>
  <p:cmAuthor id="204" name="未知用户266" initials="未" lastIdx="0" clrIdx="203"/>
  <p:cmAuthor id="205" name="未知用户51" initials="未" lastIdx="0" clrIdx="204"/>
  <p:cmAuthor id="206" name="未知用户214" initials="未" lastIdx="0" clrIdx="205"/>
  <p:cmAuthor id="207" name="LeeElva" initials="L" lastIdx="0" clrIdx="206"/>
  <p:cmAuthor id="208" name="俊呈 賴" initials="俊" lastIdx="0" clrIdx="207"/>
  <p:cmAuthor id="209" name="唐可欣" initials="唐" lastIdx="0" clrIdx="208"/>
  <p:cmAuthor id="210" name="未知用户330" initials="未" lastIdx="0" clrIdx="209"/>
  <p:cmAuthor id="211" name="未知的使用者36" initials="未" lastIdx="0" clrIdx="210"/>
  <p:cmAuthor id="212" name="未知的使用者101" initials="未" lastIdx="0" clrIdx="211"/>
  <p:cmAuthor id="213" name="未知的使用者35" initials="未" lastIdx="0" clrIdx="212"/>
  <p:cmAuthor id="214" name="Nero" initials="N" lastIdx="0" clrIdx="213"/>
  <p:cmAuthor id="215" name="未知的使用者33" initials="未" lastIdx="0" clrIdx="214"/>
  <p:cmAuthor id="216" name="yifan song" initials="y" lastIdx="0" clrIdx="215"/>
  <p:cmAuthor id="217" name="未知的使用者34" initials="未" lastIdx="0" clrIdx="216"/>
  <p:cmAuthor id="218" name="未知用户25" initials="未" lastIdx="0" clrIdx="217"/>
  <p:cmAuthor id="219" name="v15194" initials="v" lastIdx="0" clrIdx="218"/>
  <p:cmAuthor id="220" name="未知用户28" initials="未" lastIdx="0" clrIdx="219"/>
  <p:cmAuthor id="221" name="莊安君" initials="莊" lastIdx="0" clrIdx="220"/>
  <p:cmAuthor id="222" name="未知用户27" initials="未" lastIdx="0" clrIdx="221"/>
  <p:cmAuthor id="223" name="邢绍文" initials="邢" lastIdx="0" clrIdx="222"/>
  <p:cmAuthor id="224" name="未知用户346" initials="未" lastIdx="0" clrIdx="223"/>
  <p:cmAuthor id="225" name="未知用户12" initials="未" lastIdx="0" clrIdx="224"/>
  <p:cmAuthor id="226" name="未知的使用者97" initials="未" lastIdx="0" clrIdx="225"/>
  <p:cmAuthor id="227" name="未知的使用者37" initials="未" lastIdx="0" clrIdx="226"/>
  <p:cmAuthor id="228" name="陳建璋" initials="陳" lastIdx="0" clrIdx="227"/>
  <p:cmAuthor id="229" name="Harry xu" initials="H" lastIdx="0" clrIdx="228"/>
  <p:cmAuthor id="230" name="建璋" initials="建" lastIdx="0" clrIdx="229"/>
  <p:cmAuthor id="231" name="未知的使用者59" initials="未" lastIdx="0" clrIdx="230"/>
  <p:cmAuthor id="232" name="未知的使用者60" initials="未" lastIdx="0" clrIdx="231"/>
  <p:cmAuthor id="233" name="77482" initials="7" lastIdx="0" clrIdx="232"/>
  <p:cmAuthor id="234" name="未知的使用者54" initials="未" lastIdx="0" clrIdx="233"/>
  <p:cmAuthor id="235" name="未知用户265" initials="未" lastIdx="0" clrIdx="234"/>
  <p:cmAuthor id="236" name="未知用户47" initials="未" lastIdx="0" clrIdx="235"/>
  <p:cmAuthor id="237" name="未知用户267" initials="未" lastIdx="0" clrIdx="236"/>
  <p:cmAuthor id="238" name="未知用户53" initials="未" lastIdx="0" clrIdx="237"/>
  <p:cmAuthor id="239" name="liuxie" initials="l" lastIdx="0" clrIdx="238"/>
  <p:cmAuthor id="240" name="未知用户48" initials="未" lastIdx="0" clrIdx="239"/>
  <p:cmAuthor id="241" name="未知用户229" initials="未" lastIdx="0" clrIdx="240"/>
  <p:cmAuthor id="242" name="未知用户49" initials="未" lastIdx="0" clrIdx="241"/>
  <p:cmAuthor id="243" name="未知用户241" initials="未" lastIdx="0" clrIdx="242"/>
  <p:cmAuthor id="244" name="未知的使用者56" initials="未" lastIdx="0" clrIdx="243"/>
  <p:cmAuthor id="245" name="未知用户242" initials="未" lastIdx="0" clrIdx="244"/>
  <p:cmAuthor id="246" name="未知的使用者61" initials="未" lastIdx="0" clrIdx="245"/>
  <p:cmAuthor id="247" name="未知用户245" initials="未" lastIdx="0" clrIdx="246"/>
  <p:cmAuthor id="248" name="未知的使用者62" initials="未" lastIdx="0" clrIdx="247"/>
  <p:cmAuthor id="249" name="未知用户227" initials="未" lastIdx="0" clrIdx="248"/>
  <p:cmAuthor id="250" name="未知的使用者58" initials="未" lastIdx="0" clrIdx="249"/>
  <p:cmAuthor id="251" name="未知用户298" initials="未" lastIdx="0" clrIdx="250"/>
  <p:cmAuthor id="252" name="未知用户50" initials="未" lastIdx="0" clrIdx="251"/>
  <p:cmAuthor id="253" name="未知用户299" initials="未" lastIdx="0" clrIdx="252"/>
  <p:cmAuthor id="254" name="未知用户52" initials="未" lastIdx="0" clrIdx="253"/>
  <p:cmAuthor id="255" name="未知用户300" initials="未" lastIdx="0" clrIdx="254"/>
  <p:cmAuthor id="256" name="未知的使用者120" initials="未" lastIdx="0" clrIdx="255"/>
  <p:cmAuthor id="257" name="未知用户302" initials="未" lastIdx="0" clrIdx="256"/>
  <p:cmAuthor id="258" name="未知的使用者109" initials="未" lastIdx="0" clrIdx="257"/>
  <p:cmAuthor id="259" name="未知用户305" initials="未" lastIdx="0" clrIdx="258"/>
  <p:cmAuthor id="260" name="未知的使用者110" initials="未" lastIdx="0" clrIdx="259"/>
  <p:cmAuthor id="261" name="未知用户306" initials="未" lastIdx="0" clrIdx="260"/>
  <p:cmAuthor id="262" name="未知的使用者111" initials="未" lastIdx="0" clrIdx="261"/>
  <p:cmAuthor id="263" name="未知用户309" initials="未" lastIdx="0" clrIdx="262"/>
  <p:cmAuthor id="264" name="未知的使用者121" initials="未" lastIdx="0" clrIdx="263"/>
  <p:cmAuthor id="265" name="許詩婕" initials="許" lastIdx="0" clrIdx="264"/>
  <p:cmAuthor id="266" name="thomas" initials="t" lastIdx="0" clrIdx="265"/>
  <p:cmAuthor id="267" name="未知用户296" initials="未" lastIdx="0" clrIdx="266"/>
  <p:cmAuthor id="268" name="未知的使用者113" initials="未" lastIdx="0" clrIdx="267"/>
  <p:cmAuthor id="269" name="minil" initials="m" lastIdx="0" clrIdx="268"/>
  <p:cmAuthor id="270" name="韩雨" initials="韩" lastIdx="0" clrIdx="269"/>
  <p:cmAuthor id="271" name="15106" initials="1" lastIdx="0" clrIdx="270"/>
  <p:cmAuthor id="272" name="未知的使用者122" initials="未" lastIdx="0" clrIdx="271"/>
  <p:cmAuthor id="273" name="未知的使用者123" initials="未" lastIdx="0" clrIdx="272"/>
  <p:cmAuthor id="274" name="bu" initials="b" lastIdx="0" clrIdx="273"/>
  <p:cmAuthor id="275" name="未知的使用者124" initials="未" lastIdx="0" clrIdx="274"/>
  <p:cmAuthor id="276" name="赵 璐" initials="赵" lastIdx="0" clrIdx="275"/>
  <p:cmAuthor id="277" name="未知的使用者125" initials="未" lastIdx="0" clrIdx="276"/>
  <p:cmAuthor id="278" name="Zhu, Hawk" initials="Z" lastIdx="0" clrIdx="277"/>
  <p:cmAuthor id="279" name="未知的使用者118" initials="未" lastIdx="0" clrIdx="278"/>
  <p:cmAuthor id="280" name="tanjp" initials="t" lastIdx="0" clrIdx="279"/>
  <p:cmAuthor id="281" name="未知的使用者126" initials="未" lastIdx="0" clrIdx="280"/>
  <p:cmAuthor id="282" name="YS" initials="Y" lastIdx="0" clrIdx="281"/>
  <p:cmAuthor id="283" name="未知用户57" initials="未" lastIdx="0" clrIdx="282"/>
  <p:cmAuthor id="284" name="wenny" initials="w" lastIdx="0" clrIdx="283"/>
  <p:cmAuthor id="285" name="未知用户58" initials="未" lastIdx="0" clrIdx="284"/>
  <p:cmAuthor id="286" name="Mia Vida Villanueva" initials="M" lastIdx="0" clrIdx="285"/>
  <p:cmAuthor id="287" name="未知用户59" initials="未" lastIdx="0" clrIdx="286"/>
  <p:cmAuthor id="288" name="GTS" initials="G" lastIdx="0" clrIdx="287"/>
  <p:cmAuthor id="289" name="yuexuejun" initials="y" lastIdx="0" clrIdx="288"/>
  <p:cmAuthor id="290" name="Jdi" initials="J" lastIdx="0" clrIdx="289"/>
  <p:cmAuthor id="291" name="未知的使用者74" initials="未" lastIdx="0" clrIdx="290"/>
  <p:cmAuthor id="292" name="未知用户337" initials="未" lastIdx="0" clrIdx="291"/>
  <p:cmAuthor id="293" name="未知的使用者76" initials="未" lastIdx="0" clrIdx="292"/>
  <p:cmAuthor id="294" name="未知用户239" initials="未" lastIdx="0" clrIdx="293"/>
  <p:cmAuthor id="295" name="未知的使用者70" initials="未" lastIdx="0" clrIdx="294"/>
  <p:cmAuthor id="296" name="chenmh" initials="c" lastIdx="0" clrIdx="295"/>
  <p:cmAuthor id="297" name="未知的使用者73" initials="未" lastIdx="0" clrIdx="296"/>
  <p:cmAuthor id="298" name="CVTEr" initials="C" lastIdx="0" clrIdx="297"/>
  <p:cmAuthor id="299" name="未知的使用者67" initials="未" lastIdx="0" clrIdx="298"/>
  <p:cmAuthor id="300" name="June C" initials="J" lastIdx="0" clrIdx="299"/>
  <p:cmAuthor id="301" name="未知的使用者68" initials="未" lastIdx="0" clrIdx="300"/>
  <p:cmAuthor id="302" name="00270" initials="0" lastIdx="0" clrIdx="301"/>
  <p:cmAuthor id="303" name="未知的使用者69" initials="未" lastIdx="0" clrIdx="302"/>
  <p:cmAuthor id="304" name="IBM_USER" initials="I" lastIdx="0" clrIdx="303"/>
  <p:cmAuthor id="305" name="未知的使用者43" initials="未" lastIdx="0" clrIdx="304"/>
  <p:cmAuthor id="306" name="aa" initials="a" lastIdx="0" clrIdx="305"/>
  <p:cmAuthor id="307" name="未知的使用者40" initials="未" lastIdx="0" clrIdx="306"/>
  <p:cmAuthor id="308" name="shinevin liu" initials="s" lastIdx="0" clrIdx="307"/>
  <p:cmAuthor id="309" name="未知的使用者55" initials="未" lastIdx="0" clrIdx="308"/>
  <p:cmAuthor id="310" name="Davidpeng" initials="D" lastIdx="0" clrIdx="309"/>
  <p:cmAuthor id="311" name="未知的使用者52" initials="未" lastIdx="0" clrIdx="310"/>
  <p:cmAuthor id="312" name="dbc" initials="d" lastIdx="0" clrIdx="311"/>
  <p:cmAuthor id="313" name="未知的使用者72" initials="未" lastIdx="0" clrIdx="312"/>
  <p:cmAuthor id="314" name="吴军影" initials="吴" lastIdx="0" clrIdx="313"/>
  <p:cmAuthor id="315" name="未知的使用者71" initials="未" lastIdx="0" clrIdx="314"/>
  <p:cmAuthor id="316" name="冯学沛" initials="冯" lastIdx="0" clrIdx="315"/>
  <p:cmAuthor id="317" name="杨 超" initials="杨" lastIdx="0" clrIdx="316"/>
  <p:cmAuthor id="318" name="不明使用者21" initials="不" lastIdx="0" clrIdx="317"/>
  <p:cmAuthor id="319" name="未知的使用者222" initials="未" lastIdx="0" clrIdx="318"/>
  <p:cmAuthor id="320" name="不明使用者18" initials="不" lastIdx="0" clrIdx="319"/>
  <p:cmAuthor id="321" name="Rex" initials="R" lastIdx="0" clrIdx="320"/>
  <p:cmAuthor id="322" name="不明使用者19" initials="不" lastIdx="0" clrIdx="321"/>
  <p:cmAuthor id="323" name="未知的使用者221" initials="未" lastIdx="0" clrIdx="322"/>
  <p:cmAuthor id="324" name="未知用户93" initials="未" lastIdx="0" clrIdx="323"/>
  <p:cmAuthor id="325" name="未知用户90" initials="未" lastIdx="0" clrIdx="324"/>
  <p:cmAuthor id="326" name="未知用户91" initials="未" lastIdx="0" clrIdx="325"/>
  <p:cmAuthor id="327" name="未知用户92" initials="未" lastIdx="0" clrIdx="326"/>
  <p:cmAuthor id="328" name="未知用户74" initials="未" lastIdx="0" clrIdx="327"/>
  <p:cmAuthor id="329" name="未知用户75" initials="未" lastIdx="0" clrIdx="328"/>
  <p:cmAuthor id="330" name="未知用户76" initials="未" lastIdx="0" clrIdx="329"/>
  <p:cmAuthor id="331" name="未知用户77" initials="未" lastIdx="0" clrIdx="330"/>
  <p:cmAuthor id="332" name="未知用户78" initials="未" lastIdx="0" clrIdx="331"/>
  <p:cmAuthor id="333" name="未知用户79" initials="未" lastIdx="0" clrIdx="332"/>
  <p:cmAuthor id="334" name="未知用户80" initials="未" lastIdx="0" clrIdx="333"/>
  <p:cmAuthor id="335" name="未知用户81" initials="未" lastIdx="0" clrIdx="334"/>
  <p:cmAuthor id="336" name="未知的使用者95" initials="未" lastIdx="0" clrIdx="335"/>
  <p:cmAuthor id="337" name="未知的使用者92" initials="未" lastIdx="0" clrIdx="336"/>
  <p:cmAuthor id="338" name="未知的使用者93" initials="未" lastIdx="0" clrIdx="337"/>
  <p:cmAuthor id="339" name="未知的使用者94" initials="未" lastIdx="0" clrIdx="338"/>
  <p:cmAuthor id="340" name="Christina" initials="C" lastIdx="0" clrIdx="339"/>
  <p:cmAuthor id="341" name="未知用户61" initials="未" lastIdx="0" clrIdx="340"/>
  <p:cmAuthor id="342" name="未知用户60" initials="未" lastIdx="0" clrIdx="341"/>
  <p:cmAuthor id="343" name="Unknown User24" initials="U" lastIdx="0" clrIdx="342"/>
  <p:cmAuthor id="344" name="徐小事儿✨" initials="徐" lastIdx="0" clrIdx="343"/>
  <p:cmAuthor id="345" name="Unknown User25" initials="U" lastIdx="0" clrIdx="344"/>
  <p:cmAuthor id="346" name="Unknown User26" initials="U" lastIdx="0" clrIdx="345"/>
  <p:cmAuthor id="347" name="Unknown User27" initials="U" lastIdx="0" clrIdx="346"/>
  <p:cmAuthor id="348" name="Unknown User28" initials="U" lastIdx="0" clrIdx="347"/>
  <p:cmAuthor id="349" name="Unknown User11" initials="U" lastIdx="0" clrIdx="348"/>
  <p:cmAuthor id="350" name="Unknown User22" initials="U" lastIdx="0" clrIdx="349"/>
  <p:cmAuthor id="351" name="Unknown User23" initials="U" lastIdx="0" clrIdx="350"/>
  <p:cmAuthor id="352" name="未知的使用者112" initials="未" lastIdx="0" clrIdx="351"/>
  <p:cmAuthor id="353" name="未知的使用者107" initials="未" lastIdx="0" clrIdx="352"/>
  <p:cmAuthor id="354" name="未知的使用者108" initials="未" lastIdx="0" clrIdx="353"/>
  <p:cmAuthor id="355" name="未知的使用者98" initials="未" lastIdx="0" clrIdx="354"/>
  <p:cmAuthor id="356" name="未知的使用者145" initials="未" lastIdx="0" clrIdx="355"/>
  <p:cmAuthor id="357" name="未知的使用者146" initials="未" lastIdx="0" clrIdx="356"/>
  <p:cmAuthor id="358" name="未知的使用者147" initials="未" lastIdx="0" clrIdx="357"/>
  <p:cmAuthor id="359" name="未知的使用者144" initials="未" lastIdx="0" clrIdx="358"/>
  <p:cmAuthor id="360" name="未知的使用者133" initials="未" lastIdx="0" clrIdx="359"/>
  <p:cmAuthor id="361" name="未知的使用者134" initials="未" lastIdx="0" clrIdx="360"/>
  <p:cmAuthor id="362" name="未知的使用者135" initials="未" lastIdx="0" clrIdx="361"/>
  <p:cmAuthor id="363" name="未知的使用者136" initials="未" lastIdx="0" clrIdx="362"/>
  <p:cmAuthor id="364" name="未知的使用者137" initials="未" lastIdx="0" clrIdx="363"/>
  <p:cmAuthor id="365" name="未知的使用者138" initials="未" lastIdx="0" clrIdx="364"/>
  <p:cmAuthor id="366" name="未知的使用者139" initials="未" lastIdx="0" clrIdx="365"/>
  <p:cmAuthor id="367" name="未知的使用者140" initials="未" lastIdx="0" clrIdx="366"/>
  <p:cmAuthor id="368" name="未知的使用者197" initials="未" lastIdx="0" clrIdx="367"/>
  <p:cmAuthor id="369" name="未知的使用者162" initials="未" lastIdx="0" clrIdx="368"/>
  <p:cmAuthor id="370" name="未知的使用者163" initials="未" lastIdx="0" clrIdx="369"/>
  <p:cmAuthor id="371" name="未知的使用者170" initials="未" lastIdx="0" clrIdx="370"/>
  <p:cmAuthor id="372" name="未知的使用者165" initials="未" lastIdx="0" clrIdx="371"/>
  <p:cmAuthor id="373" name="未知的使用者158" initials="未" lastIdx="0" clrIdx="372"/>
  <p:cmAuthor id="374" name="未知的使用者148" initials="未" lastIdx="0" clrIdx="373"/>
  <p:cmAuthor id="375" name="未知的使用者149" initials="未" lastIdx="0" clrIdx="374"/>
  <p:cmAuthor id="376" name="未知的使用者150" initials="未" lastIdx="0" clrIdx="375"/>
  <p:cmAuthor id="377" name="未知的使用者166" initials="未" lastIdx="0" clrIdx="376"/>
  <p:cmAuthor id="378" name="未知的使用者167" initials="未" lastIdx="0" clrIdx="377"/>
  <p:cmAuthor id="379" name="未知的使用者159" initials="未" lastIdx="0" clrIdx="378"/>
  <p:cmAuthor id="380" name="未知的使用者160" initials="未" lastIdx="0" clrIdx="379"/>
  <p:cmAuthor id="381" name="未知的使用者168" initials="未" lastIdx="0" clrIdx="380"/>
  <p:cmAuthor id="382" name="未知的使用者169" initials="未" lastIdx="0" clrIdx="381"/>
  <p:cmAuthor id="383" name="未知的使用者117" initials="未" lastIdx="0" clrIdx="382"/>
  <p:cmAuthor id="384" name="未知的使用者115" initials="未" lastIdx="0" clrIdx="383"/>
  <p:cmAuthor id="385" name="未知的使用者119" initials="未" lastIdx="0" clrIdx="384"/>
  <p:cmAuthor id="386" name="未知用户6" initials="未" lastIdx="0" clrIdx="385"/>
  <p:cmAuthor id="387" name="未知用户7" initials="未" lastIdx="0" clrIdx="386"/>
  <p:cmAuthor id="388" name="未知的使用者198" initials="未" lastIdx="0" clrIdx="387"/>
  <p:cmAuthor id="389" name="未知的使用者205" initials="未" lastIdx="0" clrIdx="388"/>
  <p:cmAuthor id="390" name="未知的使用者200" initials="未" lastIdx="0" clrIdx="389"/>
  <p:cmAuthor id="391" name="未知的使用者181" initials="未" lastIdx="0" clrIdx="390"/>
  <p:cmAuthor id="392" name="未知的使用者194" initials="未" lastIdx="0" clrIdx="391"/>
  <p:cmAuthor id="393" name="未知的使用者182" initials="未" lastIdx="0" clrIdx="392"/>
  <p:cmAuthor id="394" name="未知的使用者183" initials="未" lastIdx="0" clrIdx="393"/>
  <p:cmAuthor id="395" name="未知的使用者184" initials="未" lastIdx="0" clrIdx="394"/>
  <p:cmAuthor id="396" name="未知的使用者185" initials="未" lastIdx="0" clrIdx="395"/>
  <p:cmAuthor id="397" name="未知的使用者186" initials="未" lastIdx="0" clrIdx="396"/>
  <p:cmAuthor id="398" name="未知的使用者187" initials="未" lastIdx="0" clrIdx="397"/>
  <p:cmAuthor id="399" name="未知的使用者201" initials="未" lastIdx="0" clrIdx="398"/>
  <p:cmAuthor id="400" name="未知的使用者202" initials="未" lastIdx="0" clrIdx="399"/>
  <p:cmAuthor id="401" name="未知的使用者171" initials="未" lastIdx="0" clrIdx="400"/>
  <p:cmAuthor id="402" name="未知的使用者195" initials="未" lastIdx="0" clrIdx="401"/>
  <p:cmAuthor id="403" name="未知的使用者173" initials="未" lastIdx="0" clrIdx="402"/>
  <p:cmAuthor id="404" name="未知的使用者196" initials="未" lastIdx="0" clrIdx="403"/>
  <p:cmAuthor id="405" name="未知的使用者175" initials="未" lastIdx="0" clrIdx="404"/>
  <p:cmAuthor id="406" name="未知的使用者203" initials="未" lastIdx="0" clrIdx="405"/>
  <p:cmAuthor id="407" name="未知的使用者204" initials="未" lastIdx="0" clrIdx="406"/>
  <p:cmAuthor id="408" name="未知的使用者41" initials="未" lastIdx="0" clrIdx="407"/>
  <p:cmAuthor id="409" name="未知的使用者42" initials="未" lastIdx="0" clrIdx="408"/>
  <p:cmAuthor id="410" name="未知的使用者39" initials="未" lastIdx="0" clrIdx="409"/>
  <p:cmAuthor id="411" name="未知的使用者38" initials="未" lastIdx="0" clrIdx="410"/>
  <p:cmAuthor id="412" name="未知用户37" initials="未" lastIdx="0" clrIdx="411"/>
  <p:cmAuthor id="413" name="未知用户38" initials="未" lastIdx="0" clrIdx="412"/>
  <p:cmAuthor id="414" name="未知用户39" initials="未" lastIdx="0" clrIdx="413"/>
  <p:cmAuthor id="415" name="未知用户172" initials="" lastIdx="0" clrIdx="414"/>
  <p:cmAuthor id="416" name="未知的使用者64" initials="未" lastIdx="0" clrIdx="415"/>
  <p:cmAuthor id="417" name="未知的使用者65" initials="未" lastIdx="0" clrIdx="416"/>
  <p:cmAuthor id="418" name="未知的使用者66" initials="未" lastIdx="0" clrIdx="417"/>
  <p:cmAuthor id="419" name="未知的使用者57" initials="未" lastIdx="0" clrIdx="418"/>
  <p:cmAuthor id="420" name="未知用户35" initials="未" lastIdx="0" clrIdx="419"/>
  <p:cmAuthor id="421" name="未知用户36" initials="未" lastIdx="0" clrIdx="420"/>
  <p:cmAuthor id="422" name="未知用户26" initials="未" lastIdx="0" clrIdx="421"/>
  <p:cmAuthor id="423" name="未知用户23" initials="未" lastIdx="0" clrIdx="422"/>
  <p:cmAuthor id="424" name="未知用户29" initials="未" lastIdx="0" clrIdx="423"/>
  <p:cmAuthor id="425" name="未知用户30" initials="未" lastIdx="0" clrIdx="424"/>
  <p:cmAuthor id="426" name="未知用户31" initials="未" lastIdx="0" clrIdx="425"/>
  <p:cmAuthor id="427" name="未知用户32" initials="未" lastIdx="0" clrIdx="426"/>
  <p:cmAuthor id="428" name="未知用户33" initials="未" lastIdx="0" clrIdx="427"/>
  <p:cmAuthor id="429" name="未知用户34" initials="未" lastIdx="0" clrIdx="428"/>
  <p:cmAuthor id="430" name="huang gerrard" initials="h" lastIdx="0" clrIdx="429"/>
  <p:cmAuthor id="431" name="未知用户98" initials="未" lastIdx="0" clrIdx="430"/>
  <p:cmAuthor id="432" name="未知用户100" initials="未" lastIdx="0" clrIdx="431"/>
  <p:cmAuthor id="433" name="未知用户101" initials="未" lastIdx="0" clrIdx="432"/>
  <p:cmAuthor id="434" name="未知用户72" initials="" lastIdx="0" clrIdx="433"/>
  <p:cmAuthor id="435" name="未知用户73" initials="" lastIdx="0" clrIdx="434"/>
  <p:cmAuthor id="436" name="不明使用者56" initials="不" lastIdx="0" clrIdx="435"/>
  <p:cmAuthor id="437" name="未知用户95" initials="未" lastIdx="0" clrIdx="436"/>
  <p:cmAuthor id="438" name="未知用户42" initials="未" lastIdx="0" clrIdx="437"/>
  <p:cmAuthor id="439" name="、Barrett" initials="、" lastIdx="0" clrIdx="438"/>
  <p:cmAuthor id="440" name="未知用户96" initials="" lastIdx="0" clrIdx="439"/>
  <p:cmAuthor id="441" name="未知用户97" initials="" lastIdx="0" clrIdx="440"/>
  <p:cmAuthor id="442" name="未知用户40" initials="" lastIdx="0" clrIdx="441"/>
  <p:cmAuthor id="443" name="未知用户43" initials="" lastIdx="0" clrIdx="442"/>
  <p:cmAuthor id="444" name="未知用户107" initials="未" lastIdx="0" clrIdx="443"/>
  <p:cmAuthor id="445" name="LY" initials="L" lastIdx="0" clrIdx="444"/>
  <p:cmAuthor id="446" name="高肖梅" initials="高" lastIdx="0" clrIdx="445"/>
  <p:cmAuthor id="447" name="郎蕊" initials="郎" lastIdx="0" clrIdx="446"/>
  <p:cmAuthor id="448" name="Chun Chung YEH" initials="C" lastIdx="0" clrIdx="447"/>
  <p:cmAuthor id="449" name="Vicky" initials="V" lastIdx="0" clrIdx="448"/>
  <p:cmAuthor id="450" name="刘云轩" initials="刘" lastIdx="0" clrIdx="449"/>
  <p:cmAuthor id="451" name="sharon" initials="s" lastIdx="0" clrIdx="450"/>
  <p:cmAuthor id="452" name="未知的使用者81" initials="未" lastIdx="0" clrIdx="451"/>
  <p:cmAuthor id="453" name="仝德志" initials="仝" lastIdx="0" clrIdx="452"/>
  <p:cmAuthor id="454" name="Unknown User63" initials="U" lastIdx="0" clrIdx="453"/>
  <p:cmAuthor id="455" name="胡陵宽(省公司一)" initials="胡" lastIdx="0" clrIdx="454"/>
  <p:cmAuthor id="456" name="未知用户111" initials="未" lastIdx="0" clrIdx="455"/>
  <p:cmAuthor id="457" name="alpha" initials="a" lastIdx="0" clrIdx="456"/>
  <p:cmAuthor id="458" name="周莲(dx32252)" initials="周" lastIdx="0" clrIdx="457"/>
  <p:cmAuthor id="459" name="陈小曼" initials="陈" lastIdx="0" clrIdx="458"/>
  <p:cmAuthor id="460" name="刘春杰10244342" initials="刘" lastIdx="0" clrIdx="459"/>
  <p:cmAuthor id="461" name="未知的使用者75" initials="未" lastIdx="0" clrIdx="460"/>
  <p:cmAuthor id="462" name="未知的使用者77" initials="未" lastIdx="0" clrIdx="461"/>
  <p:cmAuthor id="463" name="未知的使用者78" initials="未" lastIdx="0" clrIdx="462"/>
  <p:cmAuthor id="464" name="未知的使用者79" initials="未" lastIdx="0" clrIdx="463"/>
  <p:cmAuthor id="465" name="未知的使用者80" initials="未" lastIdx="0" clrIdx="464"/>
  <p:cmAuthor id="466" name="未知的使用者82" initials="未" lastIdx="0" clrIdx="465"/>
  <p:cmAuthor id="467" name="未知的使用者83" initials="未" lastIdx="0" clrIdx="466"/>
  <p:cmAuthor id="468" name="未知的使用者84" initials="未" lastIdx="0" clrIdx="467"/>
  <p:cmAuthor id="469" name="未知的使用者85" initials="未" lastIdx="0" clrIdx="468"/>
  <p:cmAuthor id="470" name="未知的使用者87" initials="未" lastIdx="0" clrIdx="469"/>
  <p:cmAuthor id="471" name="殷格非" initials="殷" lastIdx="0" clrIdx="470"/>
  <p:cmAuthor id="472" name="未知的使用者90" initials="未" lastIdx="0" clrIdx="471"/>
  <p:cmAuthor id="473" name="z r" initials="zr" lastIdx="0" clrIdx="472"/>
  <p:cmAuthor id="474" name="未知的使用者91" initials="未" lastIdx="0" clrIdx="473"/>
  <p:cmAuthor id="475" name="8310" initials="8" lastIdx="0" clrIdx="474"/>
  <p:cmAuthor id="476" name="CHRISYU" initials="C" lastIdx="0" clrIdx="475"/>
  <p:cmAuthor id="477" name="Aqf" initials="A" lastIdx="0" clrIdx="476"/>
  <p:cmAuthor id="478" name="liucunri" initials="l" lastIdx="0" clrIdx="477"/>
  <p:cmAuthor id="479" name="13709759491@139.com" initials="1" lastIdx="0" clrIdx="478"/>
  <p:cmAuthor id="480" name="Unknown User48" initials="U" lastIdx="0" clrIdx="479"/>
  <p:cmAuthor id="481" name="小延魔法师" initials="小" lastIdx="0" clrIdx="480"/>
  <p:cmAuthor id="482" name="Unknown User52" initials="U" lastIdx="0" clrIdx="481"/>
  <p:cmAuthor id="483" name="朱红新10208100" initials="朱红新10208100" lastIdx="0" clrIdx="482"/>
  <p:cmAuthor id="484" name="Unknown User50" initials="U" lastIdx="0" clrIdx="483"/>
  <p:cmAuthor id="485" name="冯江宁" initials="U" lastIdx="0" clrIdx="484"/>
  <p:cmAuthor id="486" name="未知的使用者102" initials="未" lastIdx="0" clrIdx="485"/>
  <p:cmAuthor id="487" name="宝玉 张" initials="宝张" lastIdx="0" clrIdx="486"/>
  <p:cmAuthor id="488" name="未知用户63" initials="未" lastIdx="0" clrIdx="487"/>
  <p:cmAuthor id="489" name="嘉皓_RJryaA7V" initials="authorId_247736317" lastIdx="0" clrIdx="488"/>
  <p:cmAuthor id="490" name="LAIYONGMIN" initials="L" lastIdx="0" clrIdx="489"/>
  <p:cmAuthor id="491" name="未知用户11" initials="未" lastIdx="0" clrIdx="490"/>
  <p:cmAuthor id="492" name="未知的使用者161" initials="未" lastIdx="0" clrIdx="491"/>
  <p:cmAuthor id="493" name="未知的使用者114" initials="未" lastIdx="0" clrIdx="492"/>
  <p:cmAuthor id="494" name="未知的使用者152" initials="未" lastIdx="0" clrIdx="493"/>
  <p:cmAuthor id="495" name="未知的使用者176" initials="未" lastIdx="0" clrIdx="494"/>
  <p:cmAuthor id="496" name="未知的使用者178" initials="未" lastIdx="0" clrIdx="495"/>
  <p:cmAuthor id="497" name="未知的使用者179" initials="未" lastIdx="0" clrIdx="496"/>
  <p:cmAuthor id="498" name="未知的使用者180" initials="未" lastIdx="0" clrIdx="497"/>
  <p:cmAuthor id="499" name="未知的使用者227" initials="未" lastIdx="0" clrIdx="498"/>
  <p:cmAuthor id="500" name="未知的使用者141" initials="未" lastIdx="0" clrIdx="499"/>
  <p:cmAuthor id="501" name="未知的使用者142" initials="未" lastIdx="0" clrIdx="500"/>
  <p:cmAuthor id="502" name="未知的使用者143" initials="未" lastIdx="0" clrIdx="501"/>
  <p:cmAuthor id="503" name="未知用户113" initials="未知用户113" lastIdx="0" clrIdx="502"/>
  <p:cmAuthor id="504" name="未知的使用者63" initials="未" lastIdx="0" clrIdx="503"/>
  <p:cmAuthor id="505" name="未知用户138" initials="未" lastIdx="0" clrIdx="504"/>
  <p:cmAuthor id="506" name="未知用户130" initials="未" lastIdx="0" clrIdx="505"/>
  <p:cmAuthor id="507" name="未知用户131" initials="未" lastIdx="0" clrIdx="506"/>
  <p:cmAuthor id="508" name="未知用户132" initials="未" lastIdx="0" clrIdx="507"/>
  <p:cmAuthor id="509" name="未知用户133" initials="未" lastIdx="0" clrIdx="508"/>
  <p:cmAuthor id="510" name="未知用户134" initials="未" lastIdx="0" clrIdx="509"/>
  <p:cmAuthor id="511" name="未知用户135" initials="未" lastIdx="0" clrIdx="510"/>
  <p:cmAuthor id="512" name="未知用户137" initials="未" lastIdx="0" clrIdx="511"/>
  <p:cmAuthor id="513" name="未知用户136" initials="未" lastIdx="0" clrIdx="512"/>
  <p:cmAuthor id="514" name="Yoyo Wu" initials="Y" lastIdx="0" clrIdx="513"/>
  <p:cmAuthor id="515" name="zhangbin" initials="z" lastIdx="0" clrIdx="514"/>
  <p:cmAuthor id="516" name="单 善" initials="单" lastIdx="0" clrIdx="515"/>
  <p:cmAuthor id="517" name="Unknown User112" initials="U" lastIdx="0" clrIdx="516"/>
  <p:cmAuthor id="518" name="Unknown User59" initials="U" lastIdx="0" clrIdx="517"/>
  <p:cmAuthor id="519" name="Unknown User113" initials="U" lastIdx="0" clrIdx="518"/>
  <p:cmAuthor id="520" name="未知的使用者225" initials="" lastIdx="0" clrIdx="519"/>
  <p:cmAuthor id="521" name="未知的使用者226" initials="" lastIdx="0" clrIdx="520"/>
  <p:cmAuthor id="522" name="Unknown User65" initials="U" lastIdx="0" clrIdx="521"/>
  <p:cmAuthor id="523" name="留毓吟" initials="留" lastIdx="0" clrIdx="522"/>
  <p:cmAuthor id="524" name="未知的使用者218" initials="" lastIdx="0" clrIdx="523"/>
  <p:cmAuthor id="525" name="未知的使用者219" initials="" lastIdx="0" clrIdx="524"/>
  <p:cmAuthor id="526" name="未知的使用者220" initials="" lastIdx="0" clrIdx="525"/>
  <p:cmAuthor id="527" name="未知的使用者228" initials="" lastIdx="0" clrIdx="526"/>
  <p:cmAuthor id="528" name="未知的使用者229" initials="" lastIdx="0" clrIdx="527"/>
  <p:cmAuthor id="529" name="未知的使用者230" initials="" lastIdx="0" clrIdx="528"/>
  <p:cmAuthor id="530" name="未知的使用者231" initials="" lastIdx="0" clrIdx="529"/>
  <p:cmAuthor id="531" name="未知的使用者232" initials="" lastIdx="0" clrIdx="530"/>
  <p:cmAuthor id="532" name="raymond luan" initials="r" lastIdx="0" clrIdx="531"/>
  <p:cmAuthor id="533" name="Unknown User114" initials="U" lastIdx="0" clrIdx="532"/>
  <p:cmAuthor id="534" name="Unknown User111" initials="U" lastIdx="0" clrIdx="533"/>
  <p:cmAuthor id="535" name="未知的使用者131" initials="" lastIdx="0" clrIdx="534"/>
  <p:cmAuthor id="536" name="未知的使用者132" initials="" lastIdx="0" clrIdx="535"/>
  <p:cmAuthor id="537" name="未知用户118" initials="未" lastIdx="0" clrIdx="536"/>
  <p:cmAuthor id="538" name="未知的使用者235" initials="" lastIdx="0" clrIdx="537"/>
  <p:cmAuthor id="539" name="未知的使用者236" initials="" lastIdx="0" clrIdx="538"/>
  <p:cmAuthor id="540" name="未知的使用者237" initials="" lastIdx="0" clrIdx="539"/>
  <p:cmAuthor id="541" name="未知用户70" initials="未" lastIdx="0" clrIdx="540"/>
  <p:cmAuthor id="542" name="未知的使用者239" initials="" lastIdx="0" clrIdx="541"/>
  <p:cmAuthor id="543" name="未知的使用者206" initials="" lastIdx="0" clrIdx="542"/>
  <p:cmAuthor id="544" name="未知的使用者207" initials="" lastIdx="0" clrIdx="543"/>
  <p:cmAuthor id="545" name="未知的使用者208" initials="" lastIdx="0" clrIdx="544"/>
  <p:cmAuthor id="546" name="未知的使用者209" initials="" lastIdx="0" clrIdx="545"/>
  <p:cmAuthor id="547" name="未知的使用者210" initials="" lastIdx="0" clrIdx="546"/>
  <p:cmAuthor id="548" name="未知的使用者211" initials="" lastIdx="0" clrIdx="547"/>
  <p:cmAuthor id="549" name="未知的使用者212" initials="" lastIdx="0" clrIdx="548"/>
  <p:cmAuthor id="550" name="未知的使用者213" initials="" lastIdx="0" clrIdx="549"/>
  <p:cmAuthor id="551" name="未知的使用者214" initials="" lastIdx="0" clrIdx="550"/>
  <p:cmAuthor id="552" name="未知的使用者215" initials="" lastIdx="0" clrIdx="551"/>
  <p:cmAuthor id="553" name="未知用户121" initials="未" lastIdx="0" clrIdx="552"/>
  <p:cmAuthor id="554" name="王 黎黎" initials="王" lastIdx="0" clrIdx="553"/>
  <p:cmAuthor id="555" name="未知用户120" initials="未" lastIdx="0" clrIdx="554"/>
  <p:cmAuthor id="556" name="未知用户122" initials="未" lastIdx="0" clrIdx="555"/>
  <p:cmAuthor id="557" name="未知用户139" initials="未" lastIdx="0" clrIdx="556"/>
  <p:cmAuthor id="558" name="未知用户141" initials="未" lastIdx="0" clrIdx="557"/>
  <p:cmAuthor id="559" name="未知用户143" initials="未" lastIdx="0" clrIdx="558"/>
  <p:cmAuthor id="560" name="未知用户144" initials="未" lastIdx="0" clrIdx="559"/>
  <p:cmAuthor id="561" name="未知用户145" initials="未" lastIdx="0" clrIdx="560"/>
  <p:cmAuthor id="562" name="未知用户119" initials="未" lastIdx="0" clrIdx="561"/>
  <p:cmAuthor id="563" name="未知用户140" initials="未" lastIdx="0" clrIdx="562"/>
  <p:cmAuthor id="564" name="未知用户142" initials="未" lastIdx="0" clrIdx="563"/>
  <p:cmAuthor id="565" name="未知用户146" initials="未" lastIdx="0" clrIdx="564"/>
  <p:cmAuthor id="566" name="未知用户147" initials="未" lastIdx="0" clrIdx="565"/>
  <p:cmAuthor id="567" name="未知用户148" initials="未" lastIdx="0" clrIdx="566"/>
  <p:cmAuthor id="568" name="未知用户195" initials="未" lastIdx="0" clrIdx="567"/>
  <p:cmAuthor id="569" name="未知用户207" initials="未" lastIdx="0" clrIdx="568"/>
  <p:cmAuthor id="570" name="未知用户208" initials="未" lastIdx="0" clrIdx="569"/>
  <p:cmAuthor id="571" name="未知用户198" initials="未" lastIdx="0" clrIdx="570"/>
  <p:cmAuthor id="572" name="未知用户209" initials="未" lastIdx="0" clrIdx="571"/>
  <p:cmAuthor id="573" name="未知用户206" initials="未" lastIdx="0" clrIdx="572"/>
  <p:cmAuthor id="574" name="未知用户46" initials="未" lastIdx="0" clrIdx="573"/>
  <p:cmAuthor id="575" name="未知的使用者188" initials="未" lastIdx="0" clrIdx="574"/>
  <p:cmAuthor id="576" name="未知的使用者189" initials="未" lastIdx="0" clrIdx="575"/>
  <p:cmAuthor id="577" name="未知的使用者190" initials="未" lastIdx="0" clrIdx="576"/>
  <p:cmAuthor id="578" name="未知的使用者191" initials="未" lastIdx="0" clrIdx="577"/>
  <p:cmAuthor id="579" name="未知的使用者192" initials="未" lastIdx="0" clrIdx="578"/>
  <p:cmAuthor id="580" name="未知的使用者193" initials="未" lastIdx="0" clrIdx="579"/>
  <p:cmAuthor id="581" name="未知的使用者153" initials="未" lastIdx="0" clrIdx="580"/>
  <p:cmAuthor id="582" name="未知的使用者154" initials="未" lastIdx="0" clrIdx="581"/>
  <p:cmAuthor id="583" name="未知的使用者157" initials="未" lastIdx="0" clrIdx="582"/>
  <p:cmAuthor id="584" name="未知的使用者129" initials="未" lastIdx="0" clrIdx="583"/>
  <p:cmAuthor id="585" name="未知的使用者164" initials="未" lastIdx="0" clrIdx="584"/>
  <p:cmAuthor id="586" name="未知的使用者172" initials="未" lastIdx="0" clrIdx="585"/>
  <p:cmAuthor id="587" name="LeeJunYue" initials="L" lastIdx="0" clrIdx="586"/>
  <p:cmAuthor id="588" name="未知的使用者174" initials="未" lastIdx="0" clrIdx="587"/>
  <p:cmAuthor id="589" name="未知的使用者247" initials="未" lastIdx="0" clrIdx="588"/>
  <p:cmAuthor id="590" name="未知的使用者249" initials="未" lastIdx="0" clrIdx="589"/>
  <p:cmAuthor id="591" name="未知的使用者250" initials="未" lastIdx="0" clrIdx="590"/>
  <p:cmAuthor id="592" name="未知的使用者251" initials="未" lastIdx="0" clrIdx="591"/>
  <p:cmAuthor id="593" name="未知的使用者246" initials="未" lastIdx="0" clrIdx="592"/>
  <p:cmAuthor id="594" name="未知的使用者252" initials="未" lastIdx="0" clrIdx="593"/>
  <p:cmAuthor id="595" name="未知的使用者253" initials="未" lastIdx="0" clrIdx="594"/>
  <p:cmAuthor id="596" name="成国强_6jqyBN7N" initials="authorId_8148959" lastIdx="0" clrIdx="595"/>
  <p:cmAuthor id="597" name="未知的使用者254" initials="未" lastIdx="0" clrIdx="596"/>
  <p:cmAuthor id="598" name="骆倩怡_Znauj26B" initials="authorId_382814100" lastIdx="0" clrIdx="597"/>
  <p:cmAuthor id="599" name="未知的使用者255" initials="未" lastIdx="0" clrIdx="598"/>
  <p:cmAuthor id="600" name="王竑达" initials="王竑达" lastIdx="0" clrIdx="599"/>
  <p:cmAuthor id="601" name="未知的使用者270" initials="未" lastIdx="0" clrIdx="600"/>
  <p:cmAuthor id="602" name="未知的使用者256" initials="未" lastIdx="0" clrIdx="601"/>
  <p:cmAuthor id="603" name="未知的使用者257" initials="未" lastIdx="0" clrIdx="602"/>
  <p:cmAuthor id="604" name="未知的使用者240" initials="未" lastIdx="0" clrIdx="603"/>
  <p:cmAuthor id="605" name="未知的使用者241" initials="未" lastIdx="0" clrIdx="604"/>
  <p:cmAuthor id="606" name="未知的使用者242" initials="未" lastIdx="0" clrIdx="605"/>
  <p:cmAuthor id="607" name="未知的使用者243" initials="未" lastIdx="0" clrIdx="606"/>
  <p:cmAuthor id="608" name="未知的使用者258" initials="未" lastIdx="0" clrIdx="607"/>
  <p:cmAuthor id="609" name="未知的使用者259" initials="未" lastIdx="0" clrIdx="608"/>
  <p:cmAuthor id="610" name="未知的使用者260" initials="未" lastIdx="0" clrIdx="609"/>
  <p:cmAuthor id="611" name="未知的使用者261" initials="未" lastIdx="0" clrIdx="610"/>
  <p:cmAuthor id="612" name="未知的使用者262" initials="未" lastIdx="0" clrIdx="611"/>
  <p:cmAuthor id="613" name="未知的使用者263" initials="未" lastIdx="0" clrIdx="612"/>
  <p:cmAuthor id="614" name="未知的使用者264" initials="未" lastIdx="0" clrIdx="613"/>
  <p:cmAuthor id="615" name="未知的使用者265" initials="未" lastIdx="0" clrIdx="614"/>
  <p:cmAuthor id="616" name="未知的使用者266" initials="未" lastIdx="0" clrIdx="615"/>
  <p:cmAuthor id="617" name="未知的使用者267" initials="未" lastIdx="0" clrIdx="616"/>
  <p:cmAuthor id="618" name="未知的使用者268" initials="未" lastIdx="0" clrIdx="617"/>
  <p:cmAuthor id="619" name="未知的使用者269" initials="未" lastIdx="0" clrIdx="618"/>
  <p:cmAuthor id="620" name="lillian" initials="l" lastIdx="0" clrIdx="619"/>
  <p:cmAuthor id="621" name="未知用户197" initials="未" lastIdx="0" clrIdx="620"/>
  <p:cmAuthor id="622" name="未知用户157" initials="未" lastIdx="0" clrIdx="621"/>
  <p:cmAuthor id="623" name="未知用户158" initials="未" lastIdx="0" clrIdx="622"/>
  <p:cmAuthor id="624" name="未知用户159" initials="未" lastIdx="0" clrIdx="623"/>
  <p:cmAuthor id="625" name="未知用户160" initials="未" lastIdx="0" clrIdx="624"/>
  <p:cmAuthor id="626" name="未知用户168" initials="未" lastIdx="0" clrIdx="625"/>
  <p:cmAuthor id="627" name="順天" initials="順" lastIdx="0" clrIdx="626"/>
  <p:cmAuthor id="628" name="未知用户246" initials="未" lastIdx="0" clrIdx="627"/>
  <p:cmAuthor id="629" name="未知用户166" initials="未" lastIdx="0" clrIdx="628"/>
  <p:cmAuthor id="630" name="未知用户189" initials="未" lastIdx="0" clrIdx="629"/>
  <p:cmAuthor id="631" name="dscAdmin" initials="d" lastIdx="0" clrIdx="630"/>
  <p:cmAuthor id="632" name="shinin" initials="s" lastIdx="0" clrIdx="631"/>
  <p:cmAuthor id="633" name="未知用户268" initials="未" lastIdx="0" clrIdx="632"/>
  <p:cmAuthor id="634" name="未知用户269" initials="未" lastIdx="0" clrIdx="633"/>
  <p:cmAuthor id="635" name="未知用户250" initials="未" lastIdx="0" clrIdx="634"/>
  <p:cmAuthor id="636" name="未知的使用者1" initials="未" lastIdx="0" clrIdx="635"/>
  <p:cmAuthor id="637" name="曾蓓/贝贝" initials="曾" lastIdx="0" clrIdx="636"/>
  <p:cmAuthor id="638" name="未知的使用者217" initials="未" lastIdx="0" clrIdx="637"/>
  <p:cmAuthor id="639" name="Charley" initials="C" lastIdx="0" clrIdx="638"/>
  <p:cmAuthor id="640" name="lilan" initials="l" lastIdx="0" clrIdx="639"/>
  <p:cmAuthor id="641" name="hmwang" initials="dsc" lastIdx="0" clrIdx="640"/>
  <p:cmAuthor id="642" name="未知的使用者151" initials="未" lastIdx="0" clrIdx="641"/>
  <p:cmAuthor id="643" name="未知的使用者216" initials="未" lastIdx="0" clrIdx="642"/>
  <p:cmAuthor id="644" name="user" initials="u" lastIdx="0" clrIdx="643"/>
  <p:cmAuthor id="645" name="未知用户194" initials="未" lastIdx="0" clrIdx="644"/>
  <p:cmAuthor id="646" name="未知的使用者234" initials="未" lastIdx="0" clrIdx="645"/>
  <p:cmAuthor id="647" name="未知用户193" initials="未" lastIdx="0" clrIdx="646"/>
  <p:cmAuthor id="648" name="MM" initials="M" lastIdx="0" clrIdx="647"/>
  <p:cmAuthor id="649" name="dell" initials="d" lastIdx="0" clrIdx="648"/>
  <p:cmAuthor id="650" name="未知用户202" initials="未" lastIdx="0" clrIdx="649"/>
  <p:cmAuthor id="651" name="未知用户255" initials="未" lastIdx="0" clrIdx="650"/>
  <p:cmAuthor id="652" name="未知的使用者238" initials="未" lastIdx="0" clrIdx="651"/>
  <p:cmAuthor id="653" name="zhuzy" initials="z" lastIdx="0" clrIdx="652"/>
  <p:cmAuthor id="654" name="未知用户165" initials="未知用户165" lastIdx="0" clrIdx="653"/>
  <p:cmAuthor id="655" name="未知用户280" initials="未" lastIdx="0" clrIdx="654"/>
  <p:cmAuthor id="656" name="maxine" initials="m" lastIdx="0" clrIdx="655"/>
  <p:cmAuthor id="657" name="刘晖" initials="刘" lastIdx="0" clrIdx="656"/>
  <p:cmAuthor id="658" name="未知用户190" initials="未" lastIdx="0" clrIdx="657"/>
  <p:cmAuthor id="659" name="Xia Ting" initials="X" lastIdx="0" clrIdx="658"/>
  <p:cmAuthor id="660" name="未知的使用者127" initials="未" lastIdx="0" clrIdx="659"/>
  <p:cmAuthor id="661" name="不明使用者54" initials="不" lastIdx="0" clrIdx="660"/>
  <p:cmAuthor id="662" name="未知用户94" initials="未" lastIdx="0" clrIdx="661"/>
  <p:cmAuthor id="663" name="未知用户321" initials="未" lastIdx="0" clrIdx="662"/>
  <p:cmAuthor id="664" name=" " initials="" lastIdx="0" clrIdx="663"/>
  <p:cmAuthor id="665" name="不明使用者57" initials="不" lastIdx="0" clrIdx="664"/>
  <p:cmAuthor id="666" name="未知用户20" initials="未" lastIdx="0" clrIdx="665"/>
  <p:cmAuthor id="667" name="未知用户87" initials="未" lastIdx="0" clrIdx="666"/>
  <p:cmAuthor id="668" name="未知用户320" initials="未" lastIdx="0" clrIdx="667"/>
  <p:cmAuthor id="669" name="FanJQ" initials="F" lastIdx="0" clrIdx="668"/>
  <p:cmAuthor id="670" name="未知用户211" initials="未" lastIdx="0" clrIdx="669"/>
  <p:cmAuthor id="671" name="未知用户212" initials="未" lastIdx="0" clrIdx="670"/>
  <p:cmAuthor id="672" name="未知用户293" initials="未" lastIdx="0" clrIdx="671"/>
  <p:cmAuthor id="673" name="未知用户201" initials="未" lastIdx="0" clrIdx="672"/>
  <p:cmAuthor id="674" name="未知用户161" initials="未" lastIdx="0" clrIdx="673"/>
  <p:cmAuthor id="675" name="未知用户183" initials="未" lastIdx="0" clrIdx="674"/>
  <p:cmAuthor id="676" name="nancy" initials="n" lastIdx="0" clrIdx="675"/>
  <p:cmAuthor id="677" name="未知用户163" initials="未" lastIdx="0" clrIdx="676"/>
  <p:cmAuthor id="678" name="未知的使用者233" initials="未" lastIdx="0" clrIdx="677"/>
  <p:cmAuthor id="679" name="ll z" initials="l" lastIdx="0" clrIdx="678"/>
  <p:cmAuthor id="680" name="未知用户191" initials="未" lastIdx="0" clrIdx="679"/>
  <p:cmAuthor id="681" name="未知用户167" initials="未" lastIdx="0" clrIdx="680"/>
  <p:cmAuthor id="682" name="guanhh" initials="g" lastIdx="0" clrIdx="681"/>
  <p:cmAuthor id="683" name="未知用户169" initials="未" lastIdx="0" clrIdx="682"/>
  <p:cmAuthor id="684" name="未知用户192" initials="未" lastIdx="0" clrIdx="683"/>
  <p:cmAuthor id="685" name="未知用户203" initials="未" lastIdx="0" clrIdx="684"/>
  <p:cmAuthor id="686" name="未知用户175" initials="未" lastIdx="0" clrIdx="685"/>
  <p:cmAuthor id="687" name="未知用户176" initials="未" lastIdx="0" clrIdx="686"/>
  <p:cmAuthor id="688" name="未知用户177" initials="未" lastIdx="0" clrIdx="687"/>
  <p:cmAuthor id="689" name="未知用户184" initials="未" lastIdx="0" clrIdx="688"/>
  <p:cmAuthor id="690" name="未知用户179" initials="未" lastIdx="0" clrIdx="689"/>
  <p:cmAuthor id="691" name="未知用户185" initials="未" lastIdx="0" clrIdx="690"/>
  <p:cmAuthor id="692" name="binhui zhou" initials="bz" lastIdx="0" clrIdx="691"/>
  <p:cmAuthor id="693" name="未知用户181" initials="未" lastIdx="0" clrIdx="692"/>
  <p:cmAuthor id="694" name="ye gusong" initials="y" lastIdx="0" clrIdx="693"/>
  <p:cmAuthor id="695" name="wei muzi" initials="w" lastIdx="0" clrIdx="694"/>
  <p:cmAuthor id="696" name="孙" initials="孙" lastIdx="0" clrIdx="695"/>
  <p:cmAuthor id="697" name="未知用户187" initials="未" lastIdx="0" clrIdx="696"/>
  <p:cmAuthor id="698" name="王嘉偉" initials="王" lastIdx="0" clrIdx="697"/>
  <p:cmAuthor id="699" name="catherine" initials="c" lastIdx="0" clrIdx="698"/>
  <p:cmAuthor id="700" name="未知的使用者88" initials="未" lastIdx="0" clrIdx="699"/>
  <p:cmAuthor id="701" name="未知的使用者89" initials="未" lastIdx="0" clrIdx="700"/>
  <p:cmAuthor id="702" name="未知用户287" initials="未" lastIdx="0" clrIdx="701"/>
  <p:cmAuthor id="703" name="未知用户288" initials="未" lastIdx="0" clrIdx="702"/>
  <p:cmAuthor id="704" name="未知用户289" initials="未" lastIdx="0" clrIdx="703"/>
  <p:cmAuthor id="705" name="未知用户290" initials="未" lastIdx="0" clrIdx="704"/>
  <p:cmAuthor id="706" name="未知用户291" initials="未" lastIdx="0" clrIdx="705"/>
  <p:cmAuthor id="707" name="未知用户292" initials="未" lastIdx="0" clrIdx="706"/>
  <p:cmAuthor id="708" name="未知用户295" initials="未" lastIdx="0" clrIdx="707"/>
  <p:cmAuthor id="709" name="未知用户297" initials="未" lastIdx="0" clrIdx="708"/>
  <p:cmAuthor id="710" name="未知用户310" initials="未" lastIdx="0" clrIdx="709"/>
  <p:cmAuthor id="711" name="未知用户215" initials="未" lastIdx="0" clrIdx="710"/>
  <p:cmAuthor id="712" name="未知用户216" initials="未" lastIdx="0" clrIdx="711"/>
  <p:cmAuthor id="713" name="未知用户243" initials="未" lastIdx="0" clrIdx="712"/>
  <p:cmAuthor id="714" name="未知用户282" initials="未" lastIdx="0" clrIdx="713"/>
  <p:cmAuthor id="715" name="未知用户283" initials="未" lastIdx="0" clrIdx="714"/>
  <p:cmAuthor id="716" name="未知用户213" initials="未" lastIdx="0" clrIdx="715"/>
  <p:cmAuthor id="717" name="未知用户279" initials="未" lastIdx="0" clrIdx="716"/>
  <p:cmAuthor id="718" name="未知用户281" initials="未" lastIdx="0" clrIdx="717"/>
  <p:cmAuthor id="719" name="未知用户284" initials="未" lastIdx="0" clrIdx="718"/>
  <p:cmAuthor id="720" name="Ying Lou" initials="Y" lastIdx="0" clrIdx="719"/>
  <p:cmAuthor id="721" name="未知用户174" initials="未" lastIdx="0" clrIdx="720"/>
  <p:cmAuthor id="722" name="刘佳佳" initials="刘" lastIdx="0" clrIdx="721"/>
  <p:cmAuthor id="723" name="未知用户233" initials="未" lastIdx="0" clrIdx="722"/>
  <p:cmAuthor id="724" name="未知用户234" initials="未" lastIdx="0" clrIdx="723"/>
  <p:cmAuthor id="725" name="未知用户235" initials="未" lastIdx="0" clrIdx="724"/>
  <p:cmAuthor id="726" name="未知用户236" initials="未" lastIdx="0" clrIdx="725"/>
  <p:cmAuthor id="727" name="未知用户237" initials="未" lastIdx="0" clrIdx="726"/>
  <p:cmAuthor id="728" name="未知用户240" initials="未" lastIdx="0" clrIdx="727"/>
  <p:cmAuthor id="729" name="未知用户221" initials="未" lastIdx="0" clrIdx="728"/>
  <p:cmAuthor id="730" name="王 辰斌" initials="王" lastIdx="0" clrIdx="729"/>
  <p:cmAuthor id="731" name="未知用户89" initials="未" lastIdx="0" clrIdx="730"/>
  <p:cmAuthor id="732" name="Carol Kelly" initials="C" lastIdx="0" clrIdx="731"/>
  <p:cmAuthor id="733" name="Unknown User58" initials="U" lastIdx="0" clrIdx="732"/>
  <p:cmAuthor id="734" name="Unknown User55" initials="U" lastIdx="0" clrIdx="733"/>
  <p:cmAuthor id="735" name="未知用户343" initials="未" lastIdx="0" clrIdx="734"/>
  <p:cmAuthor id="736" name="Huipeng Cao" initials="H" lastIdx="0" clrIdx="735"/>
  <p:cmAuthor id="737" name="李 雷雨" initials="李" lastIdx="0" clrIdx="736"/>
  <p:cmAuthor id="738" name="91257" initials="9" lastIdx="0" clrIdx="737"/>
  <p:cmAuthor id="739" name="未知用户228" initials="未" lastIdx="0" clrIdx="738"/>
  <p:cmAuthor id="740" name="vicky" initials="v" lastIdx="0" clrIdx="739"/>
  <p:cmAuthor id="741" name="jerrychou" initials="j" lastIdx="0" clrIdx="740"/>
  <p:cmAuthor id="742" name="不明使用者12" initials="不" lastIdx="0" clrIdx="741"/>
  <p:cmAuthor id="743" name="不明使用者1" initials="不" lastIdx="0" clrIdx="742"/>
  <p:cmAuthor id="744" name="不明使用者2" initials="不" lastIdx="0" clrIdx="743"/>
  <p:cmAuthor id="745" name="不明使用者3" initials="不" lastIdx="0" clrIdx="744"/>
  <p:cmAuthor id="746" name="不明使用者4" initials="不" lastIdx="0" clrIdx="745"/>
  <p:cmAuthor id="747" name="不明使用者6" initials="不" lastIdx="0" clrIdx="746"/>
  <p:cmAuthor id="748" name="不明使用者5" initials="不" lastIdx="0" clrIdx="747"/>
  <p:cmAuthor id="749" name="不明使用者7" initials="不" lastIdx="0" clrIdx="748"/>
  <p:cmAuthor id="750" name="不明使用者8" initials="不" lastIdx="0" clrIdx="749"/>
  <p:cmAuthor id="751" name="不明使用者9" initials="不" lastIdx="0" clrIdx="750"/>
  <p:cmAuthor id="752" name="不明使用者10" initials="不" lastIdx="0" clrIdx="751"/>
  <p:cmAuthor id="753" name="不明使用者11" initials="不" lastIdx="0" clrIdx="752"/>
  <p:cmAuthor id="754" name="Carol Wu" initials="C" lastIdx="0" clrIdx="753"/>
  <p:cmAuthor id="755" name="Think" initials="T" lastIdx="0" clrIdx="754"/>
  <p:cmAuthor id="756" name="未知用户303" initials="未" lastIdx="0" clrIdx="755"/>
  <p:cmAuthor id="757" name="未知用户304" initials="未" lastIdx="0" clrIdx="756"/>
  <p:cmAuthor id="758" name="win7" initials="w" lastIdx="0" clrIdx="757"/>
  <p:cmAuthor id="759" name="敢 王" initials="敢" lastIdx="0" clrIdx="758"/>
  <p:cmAuthor id="760" name="邓 勇" initials="邓" lastIdx="0" clrIdx="759"/>
  <p:cmAuthor id="761" name="陈城" initials="陈" lastIdx="0" clrIdx="760"/>
  <p:cmAuthor id="762" name="Sharon" initials="S" lastIdx="0" clrIdx="761"/>
  <p:cmAuthor id="763" name="蓝礼健" initials="蓝" lastIdx="0" clrIdx="762"/>
  <p:cmAuthor id="764" name="未知用户311" initials="未" lastIdx="0" clrIdx="763"/>
  <p:cmAuthor id="765" name="未知用户312" initials="未" lastIdx="0" clrIdx="764"/>
  <p:cmAuthor id="766" name="shenbina" initials="s" lastIdx="0" clrIdx="765"/>
  <p:cmAuthor id="767" name="未知用户314" initials="未" lastIdx="0" clrIdx="766"/>
  <p:cmAuthor id="768" name="晓  曲" initials="晓" lastIdx="0" clrIdx="767"/>
  <p:cmAuthor id="769" name="未知用户230" initials="未" lastIdx="0" clrIdx="768"/>
  <p:cmAuthor id="770" name="Kathy" initials="K" lastIdx="0" clrIdx="769"/>
  <p:cmAuthor id="771" name="孟连磊" initials="孟" lastIdx="0" clrIdx="770"/>
  <p:cmAuthor id="772" name="仇怿俊" initials="仇" lastIdx="0" clrIdx="771"/>
  <p:cmAuthor id="773" name="未知用户182" initials="未" lastIdx="0" clrIdx="772"/>
  <p:cmAuthor id="774" name="Xiaosu Wang" initials="XW" lastIdx="0" clrIdx="773"/>
  <p:cmAuthor id="775" name="未知的使用者177" initials="未" lastIdx="0" clrIdx="774"/>
  <p:cmAuthor id="776" name="未知用户354" initials="未" lastIdx="0" clrIdx="775"/>
  <p:cmAuthor id="777" name="未知用户238" initials="未" lastIdx="0" clrIdx="776"/>
  <p:cmAuthor id="778" name="未知用户220" initials="未" lastIdx="0" clrIdx="777"/>
  <p:cmAuthor id="779" name="winner1 chan" initials="wc" lastIdx="0" clrIdx="778"/>
  <p:cmAuthor id="780" name="未知用户332" initials="未" lastIdx="0" clrIdx="779"/>
  <p:cmAuthor id="781" name="未知用户217" initials="未" lastIdx="0" clrIdx="780"/>
  <p:cmAuthor id="782" name="未知用户272" initials="未" lastIdx="0" clrIdx="781"/>
  <p:cmAuthor id="783" name="俊晔 邱" initials="俊" lastIdx="0" clrIdx="782"/>
  <p:cmAuthor id="784" name="annie.gts@outlook.com" initials="a" lastIdx="0" clrIdx="783"/>
  <p:cmAuthor id="785" name="杨 升格" initials="杨" lastIdx="0" clrIdx="784"/>
  <p:cmAuthor id="786" name="frankyang" initials="f" lastIdx="0" clrIdx="785"/>
  <p:cmAuthor id="787" name="未知用户222" initials="未" lastIdx="0" clrIdx="786"/>
  <p:cmAuthor id="788" name="璇 安" initials="璇" lastIdx="0" clrIdx="787"/>
  <p:cmAuthor id="789" name="群智集" initials="群" lastIdx="0" clrIdx="788"/>
  <p:cmAuthor id="790" name="18937034561@189.cn" initials="1" lastIdx="0" clrIdx="789"/>
  <p:cmAuthor id="791" name="lxm" initials="l" lastIdx="0" clrIdx="790"/>
  <p:cmAuthor id="792" name="李金金" initials="李金金" lastIdx="0" clrIdx="791"/>
  <p:cmAuthor id="793" name="吕和凯" initials="l" lastIdx="0" clrIdx="792"/>
  <p:cmAuthor id="794" name="admin" initials="a" lastIdx="0" clrIdx="793"/>
  <p:cmAuthor id="795" name="yesg" initials="y" lastIdx="0" clrIdx="794"/>
  <p:cmAuthor id="796" name="goforever814" initials="g" lastIdx="0" clrIdx="79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E9E9"/>
    <a:srgbClr val="D05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7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EAD19-C34F-4D9B-B83C-397C0B6C9061}"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2D8C81-C3C1-4947-8EFE-6DBEAC1593D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幻灯片图像占位符 1"/>
          <p:cNvSpPr>
            <a:spLocks noGrp="1" noRot="1" noChangeAspect="1" noTextEdit="1"/>
          </p:cNvSpPr>
          <p:nvPr>
            <p:ph type="sldImg"/>
          </p:nvPr>
        </p:nvSpPr>
        <p:spPr bwMode="auto">
          <a:xfrm>
            <a:off x="-222250" y="809625"/>
            <a:ext cx="7183438" cy="4041775"/>
          </a:xfrm>
          <a:noFill/>
          <a:ln>
            <a:solidFill>
              <a:srgbClr val="000000"/>
            </a:solidFill>
            <a:miter lim="800000"/>
          </a:ln>
        </p:spPr>
        <p:txBody>
          <a:bodyPr/>
          <a:lstStyle/>
          <a:p>
            <a:endParaRPr/>
          </a:p>
        </p:txBody>
      </p:sp>
      <p:sp>
        <p:nvSpPr>
          <p:cNvPr id="45" name="备注占位符 2"/>
          <p:cNvSpPr>
            <a:spLocks noGrp="1"/>
          </p:cNvSpPr>
          <p:nvPr>
            <p:ph type="body" idx="1"/>
          </p:nvPr>
        </p:nvSpPr>
        <p:spPr bwMode="auto">
          <a:noFill/>
        </p:spPr>
        <p:txBody>
          <a:bodyPr wrap="square" numCol="1" anchor="t" anchorCtr="0" compatLnSpc="1">
            <a:normAutofit/>
          </a:bodyPr>
          <a:lstStyle/>
          <a:p>
            <a:pPr eaLnBrk="1" hangingPunct="1">
              <a:spcBef>
                <a:spcPct val="0"/>
              </a:spcBef>
            </a:pPr>
            <a:endParaRPr lang="en-US" altLang="zh-CN" dirty="0"/>
          </a:p>
        </p:txBody>
      </p:sp>
      <p:sp>
        <p:nvSpPr>
          <p:cNvPr id="46" name="灯片编号占位符 3"/>
          <p:cNvSpPr>
            <a:spLocks noGrp="1"/>
          </p:cNvSpPr>
          <p:nvPr>
            <p:ph type="sldNum" sz="quarter" idx="5"/>
          </p:nvPr>
        </p:nvSpPr>
        <p:spPr bwMode="auto">
          <a:noFill/>
          <a:ln>
            <a:miter lim="800000"/>
          </a:ln>
        </p:spPr>
        <p:txBody>
          <a:bodyPr wrap="square" numCol="1" anchorCtr="0" compatLnSpc="1"/>
          <a:lstStyle/>
          <a:p>
            <a:pPr marL="0" marR="0" lvl="0" indent="0" algn="r" defTabSz="914400" rtl="0" eaLnBrk="1" fontAlgn="auto" latinLnBrk="0" hangingPunct="1">
              <a:lnSpc>
                <a:spcPct val="100000"/>
              </a:lnSpc>
              <a:spcBef>
                <a:spcPts val="0"/>
              </a:spcBef>
              <a:spcAft>
                <a:spcPts val="0"/>
              </a:spcAft>
              <a:buClrTx/>
              <a:buSzTx/>
              <a:buFontTx/>
              <a:buNone/>
              <a:defRPr/>
            </a:pPr>
            <a:fld id="{01008513-1F04-4D29-B8E4-153D505E9E8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宋体" panose="02010600030101010101" pitchFamily="2" charset="-122"/>
                <a:cs typeface="+mn-cs"/>
              </a:rPr>
              <a:t>1</a:t>
            </a:fld>
            <a:endParaRPr kumimoji="0" lang="en-US" altLang="zh-CN" sz="1200" b="0" i="0" u="none" strike="noStrike" kern="1200" cap="none" spc="0" normalizeH="0" baseline="0" noProof="0" dirty="0">
              <a:ln>
                <a:noFill/>
              </a:ln>
              <a:solidFill>
                <a:prstClr val="black"/>
              </a:solidFill>
              <a:effectLst/>
              <a:uLnTx/>
              <a:uFillTx/>
              <a:latin typeface="等线" panose="02010600030101010101" charset="-122"/>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幻灯片图像占位符 1"/>
          <p:cNvSpPr>
            <a:spLocks noGrp="1" noRot="1" noChangeAspect="1"/>
          </p:cNvSpPr>
          <p:nvPr>
            <p:ph type="sldImg" idx="2"/>
          </p:nvPr>
        </p:nvSpPr>
        <p:spPr/>
        <p:txBody>
          <a:bodyPr/>
          <a:lstStyle/>
          <a:p>
            <a:endParaRPr/>
          </a:p>
        </p:txBody>
      </p:sp>
      <p:sp>
        <p:nvSpPr>
          <p:cNvPr id="49"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幻灯片图像占位符 1"/>
          <p:cNvSpPr>
            <a:spLocks noGrp="1" noRot="1" noChangeAspect="1"/>
          </p:cNvSpPr>
          <p:nvPr>
            <p:ph type="sldImg" idx="2"/>
          </p:nvPr>
        </p:nvSpPr>
        <p:spPr/>
        <p:txBody>
          <a:bodyPr/>
          <a:lstStyle/>
          <a:p>
            <a:endParaRPr/>
          </a:p>
        </p:txBody>
      </p:sp>
      <p:sp>
        <p:nvSpPr>
          <p:cNvPr id="49"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10045-2398-9209-0CCA-C4692199528B}"/>
            </a:ext>
          </a:extLst>
        </p:cNvPr>
        <p:cNvGrpSpPr/>
        <p:nvPr/>
      </p:nvGrpSpPr>
      <p:grpSpPr>
        <a:xfrm>
          <a:off x="0" y="0"/>
          <a:ext cx="0" cy="0"/>
          <a:chOff x="0" y="0"/>
          <a:chExt cx="0" cy="0"/>
        </a:xfrm>
      </p:grpSpPr>
      <p:sp>
        <p:nvSpPr>
          <p:cNvPr id="48" name="幻灯片图像占位符 1">
            <a:extLst>
              <a:ext uri="{FF2B5EF4-FFF2-40B4-BE49-F238E27FC236}">
                <a16:creationId xmlns:a16="http://schemas.microsoft.com/office/drawing/2014/main" id="{B8A3FC80-E354-F314-803B-501ED4118415}"/>
              </a:ext>
            </a:extLst>
          </p:cNvPr>
          <p:cNvSpPr>
            <a:spLocks noGrp="1" noRot="1" noChangeAspect="1"/>
          </p:cNvSpPr>
          <p:nvPr>
            <p:ph type="sldImg" idx="2"/>
          </p:nvPr>
        </p:nvSpPr>
        <p:spPr/>
        <p:txBody>
          <a:bodyPr/>
          <a:lstStyle/>
          <a:p>
            <a:endParaRPr/>
          </a:p>
        </p:txBody>
      </p:sp>
      <p:sp>
        <p:nvSpPr>
          <p:cNvPr id="49" name="文本占位符 2">
            <a:extLst>
              <a:ext uri="{FF2B5EF4-FFF2-40B4-BE49-F238E27FC236}">
                <a16:creationId xmlns:a16="http://schemas.microsoft.com/office/drawing/2014/main" id="{3B54544E-EB39-DC4E-A19F-DEF70734B8F1}"/>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236298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1F58C-5718-411C-613C-E6BC4C923C1E}"/>
            </a:ext>
          </a:extLst>
        </p:cNvPr>
        <p:cNvGrpSpPr/>
        <p:nvPr/>
      </p:nvGrpSpPr>
      <p:grpSpPr>
        <a:xfrm>
          <a:off x="0" y="0"/>
          <a:ext cx="0" cy="0"/>
          <a:chOff x="0" y="0"/>
          <a:chExt cx="0" cy="0"/>
        </a:xfrm>
      </p:grpSpPr>
      <p:sp>
        <p:nvSpPr>
          <p:cNvPr id="48" name="幻灯片图像占位符 1">
            <a:extLst>
              <a:ext uri="{FF2B5EF4-FFF2-40B4-BE49-F238E27FC236}">
                <a16:creationId xmlns:a16="http://schemas.microsoft.com/office/drawing/2014/main" id="{49064A3F-33D9-CE10-A526-3A8C01E57519}"/>
              </a:ext>
            </a:extLst>
          </p:cNvPr>
          <p:cNvSpPr>
            <a:spLocks noGrp="1" noRot="1" noChangeAspect="1"/>
          </p:cNvSpPr>
          <p:nvPr>
            <p:ph type="sldImg" idx="2"/>
          </p:nvPr>
        </p:nvSpPr>
        <p:spPr/>
        <p:txBody>
          <a:bodyPr/>
          <a:lstStyle/>
          <a:p>
            <a:endParaRPr/>
          </a:p>
        </p:txBody>
      </p:sp>
      <p:sp>
        <p:nvSpPr>
          <p:cNvPr id="49" name="文本占位符 2">
            <a:extLst>
              <a:ext uri="{FF2B5EF4-FFF2-40B4-BE49-F238E27FC236}">
                <a16:creationId xmlns:a16="http://schemas.microsoft.com/office/drawing/2014/main" id="{6B61A5D0-A835-0BE9-11DE-5C4792CD80BD}"/>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705745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幻灯片图像占位符 1"/>
          <p:cNvSpPr>
            <a:spLocks noGrp="1" noRot="1" noChangeAspect="1"/>
          </p:cNvSpPr>
          <p:nvPr>
            <p:ph type="sldImg" idx="2"/>
          </p:nvPr>
        </p:nvSpPr>
        <p:spPr/>
        <p:txBody>
          <a:bodyPr/>
          <a:lstStyle/>
          <a:p>
            <a:endParaRPr/>
          </a:p>
        </p:txBody>
      </p:sp>
      <p:sp>
        <p:nvSpPr>
          <p:cNvPr id="55"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灯片图像占位符 1"/>
          <p:cNvSpPr>
            <a:spLocks noGrp="1" noRot="1" noChangeAspect="1"/>
          </p:cNvSpPr>
          <p:nvPr>
            <p:ph type="sldImg" idx="2"/>
          </p:nvPr>
        </p:nvSpPr>
        <p:spPr/>
        <p:txBody>
          <a:bodyPr/>
          <a:lstStyle/>
          <a:p>
            <a:endParaRPr/>
          </a:p>
        </p:txBody>
      </p:sp>
      <p:sp>
        <p:nvSpPr>
          <p:cNvPr id="6"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36199-7DC0-A214-A8FE-83A9FA667662}"/>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52FA3285-34E1-ACB6-C61A-9552118E302E}"/>
              </a:ext>
            </a:extLst>
          </p:cNvPr>
          <p:cNvSpPr>
            <a:spLocks noGrp="1" noRot="1" noChangeAspect="1"/>
          </p:cNvSpPr>
          <p:nvPr>
            <p:ph type="sldImg" idx="2"/>
          </p:nvPr>
        </p:nvSpPr>
        <p:spPr/>
        <p:txBody>
          <a:bodyPr/>
          <a:lstStyle/>
          <a:p>
            <a:endParaRPr/>
          </a:p>
        </p:txBody>
      </p:sp>
      <p:sp>
        <p:nvSpPr>
          <p:cNvPr id="6" name="文本占位符 2">
            <a:extLst>
              <a:ext uri="{FF2B5EF4-FFF2-40B4-BE49-F238E27FC236}">
                <a16:creationId xmlns:a16="http://schemas.microsoft.com/office/drawing/2014/main" id="{50844106-C2CB-944A-0174-91B4731A8E1D}"/>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200280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幻灯片图像占位符 1"/>
          <p:cNvSpPr>
            <a:spLocks noGrp="1" noRot="1" noChangeAspect="1"/>
          </p:cNvSpPr>
          <p:nvPr>
            <p:ph type="sldImg" idx="2"/>
          </p:nvPr>
        </p:nvSpPr>
        <p:spPr/>
        <p:txBody>
          <a:bodyPr/>
          <a:lstStyle/>
          <a:p>
            <a:endParaRPr/>
          </a:p>
        </p:txBody>
      </p:sp>
      <p:sp>
        <p:nvSpPr>
          <p:cNvPr id="15"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AB6F-F2C4-CC3E-3723-CCF219E1F077}"/>
            </a:ext>
          </a:extLst>
        </p:cNvPr>
        <p:cNvGrpSpPr/>
        <p:nvPr/>
      </p:nvGrpSpPr>
      <p:grpSpPr>
        <a:xfrm>
          <a:off x="0" y="0"/>
          <a:ext cx="0" cy="0"/>
          <a:chOff x="0" y="0"/>
          <a:chExt cx="0" cy="0"/>
        </a:xfrm>
      </p:grpSpPr>
      <p:sp>
        <p:nvSpPr>
          <p:cNvPr id="32" name="幻灯片图像占位符 1">
            <a:extLst>
              <a:ext uri="{FF2B5EF4-FFF2-40B4-BE49-F238E27FC236}">
                <a16:creationId xmlns:a16="http://schemas.microsoft.com/office/drawing/2014/main" id="{9A710DC1-8DCB-8D11-B9F1-F529E3F60FFE}"/>
              </a:ext>
            </a:extLst>
          </p:cNvPr>
          <p:cNvSpPr>
            <a:spLocks noGrp="1" noRot="1" noChangeAspect="1"/>
          </p:cNvSpPr>
          <p:nvPr>
            <p:ph type="sldImg" idx="2"/>
          </p:nvPr>
        </p:nvSpPr>
        <p:spPr/>
        <p:txBody>
          <a:bodyPr/>
          <a:lstStyle/>
          <a:p>
            <a:endParaRPr/>
          </a:p>
        </p:txBody>
      </p:sp>
      <p:sp>
        <p:nvSpPr>
          <p:cNvPr id="33" name="文本占位符 2">
            <a:extLst>
              <a:ext uri="{FF2B5EF4-FFF2-40B4-BE49-F238E27FC236}">
                <a16:creationId xmlns:a16="http://schemas.microsoft.com/office/drawing/2014/main" id="{CE0BD2FD-85E4-2B28-BE97-4301EB713609}"/>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262135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幻灯片图像占位符 1"/>
          <p:cNvSpPr>
            <a:spLocks noGrp="1" noRot="1" noChangeAspect="1"/>
          </p:cNvSpPr>
          <p:nvPr>
            <p:ph type="sldImg" idx="2"/>
          </p:nvPr>
        </p:nvSpPr>
        <p:spPr/>
        <p:txBody>
          <a:bodyPr/>
          <a:lstStyle/>
          <a:p>
            <a:endParaRPr/>
          </a:p>
        </p:txBody>
      </p:sp>
      <p:sp>
        <p:nvSpPr>
          <p:cNvPr id="39"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
          <p:cNvSpPr>
            <a:spLocks noGrp="1" noRot="1" noChangeAspect="1"/>
          </p:cNvSpPr>
          <p:nvPr>
            <p:ph type="sldImg" idx="2"/>
          </p:nvPr>
        </p:nvSpPr>
        <p:spPr/>
        <p:txBody>
          <a:bodyPr/>
          <a:lstStyle/>
          <a:p>
            <a:endParaRPr/>
          </a:p>
        </p:txBody>
      </p:sp>
      <p:sp>
        <p:nvSpPr>
          <p:cNvPr id="18"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577551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幻灯片图像占位符 1"/>
          <p:cNvSpPr>
            <a:spLocks noGrp="1" noRot="1" noChangeAspect="1"/>
          </p:cNvSpPr>
          <p:nvPr>
            <p:ph type="sldImg" idx="2"/>
          </p:nvPr>
        </p:nvSpPr>
        <p:spPr/>
        <p:txBody>
          <a:bodyPr/>
          <a:lstStyle/>
          <a:p>
            <a:endParaRPr/>
          </a:p>
        </p:txBody>
      </p:sp>
      <p:sp>
        <p:nvSpPr>
          <p:cNvPr id="30"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9DEEC54-FC28-4BC1-BCEE-A3E777B44146}"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88D6A-F9BD-5267-603D-5F9C8322A0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C730D2-DEDC-4D61-D7E7-00EF1B3801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CFD5E5-2BF2-2033-5BE3-7EDFE066572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DAFB25B-2246-63C9-F982-5C93792E9BE2}"/>
              </a:ext>
            </a:extLst>
          </p:cNvPr>
          <p:cNvSpPr>
            <a:spLocks noGrp="1"/>
          </p:cNvSpPr>
          <p:nvPr>
            <p:ph type="sldNum" sz="quarter" idx="10"/>
          </p:nvPr>
        </p:nvSpPr>
        <p:spPr/>
        <p:txBody>
          <a:bodyPr/>
          <a:lstStyle/>
          <a:p>
            <a:fld id="{A9DEEC54-FC28-4BC1-BCEE-A3E777B44146}" type="slidenum">
              <a:rPr lang="zh-CN" altLang="en-US" smtClean="0"/>
              <a:t>16</a:t>
            </a:fld>
            <a:endParaRPr lang="zh-CN" altLang="en-US"/>
          </a:p>
        </p:txBody>
      </p:sp>
    </p:spTree>
    <p:extLst>
      <p:ext uri="{BB962C8B-B14F-4D97-AF65-F5344CB8AC3E}">
        <p14:creationId xmlns:p14="http://schemas.microsoft.com/office/powerpoint/2010/main" val="4061100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p>
        </p:txBody>
      </p:sp>
      <p:sp>
        <p:nvSpPr>
          <p:cNvPr id="9"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日期占位符 3"/>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31"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2"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33" name="日期占位符 3"/>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34" name="页脚占位符 4"/>
          <p:cNvSpPr>
            <a:spLocks noGrp="1"/>
          </p:cNvSpPr>
          <p:nvPr>
            <p:ph type="ftr" sz="quarter" idx="11"/>
          </p:nvPr>
        </p:nvSpPr>
        <p:spPr/>
        <p:txBody>
          <a:bodyPr/>
          <a:lstStyle/>
          <a:p>
            <a:endParaRPr lang="zh-CN" altLang="en-US"/>
          </a:p>
        </p:txBody>
      </p:sp>
      <p:sp>
        <p:nvSpPr>
          <p:cNvPr id="35" name="灯片编号占位符 5"/>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37" name="标题 1"/>
          <p:cNvSpPr>
            <a:spLocks noGrp="1"/>
          </p:cNvSpPr>
          <p:nvPr>
            <p:ph type="title"/>
          </p:nvPr>
        </p:nvSpPr>
        <p:spPr/>
        <p:txBody>
          <a:bodyPr/>
          <a:lstStyle/>
          <a:p>
            <a:r>
              <a:rPr lang="zh-CN" altLang="en-US"/>
              <a:t>单击此处编辑母版标题样式</a:t>
            </a:r>
          </a:p>
        </p:txBody>
      </p:sp>
      <p:sp>
        <p:nvSpPr>
          <p:cNvPr id="38"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9"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0" name="日期占位符 4"/>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41" name="页脚占位符 5"/>
          <p:cNvSpPr>
            <a:spLocks noGrp="1"/>
          </p:cNvSpPr>
          <p:nvPr>
            <p:ph type="ftr" sz="quarter" idx="11"/>
          </p:nvPr>
        </p:nvSpPr>
        <p:spPr/>
        <p:txBody>
          <a:bodyPr/>
          <a:lstStyle/>
          <a:p>
            <a:endParaRPr lang="zh-CN" altLang="en-US"/>
          </a:p>
        </p:txBody>
      </p:sp>
      <p:sp>
        <p:nvSpPr>
          <p:cNvPr id="42" name="灯片编号占位符 6"/>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44"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45"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6"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7"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8"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9" name="日期占位符 6"/>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50" name="页脚占位符 7"/>
          <p:cNvSpPr>
            <a:spLocks noGrp="1"/>
          </p:cNvSpPr>
          <p:nvPr>
            <p:ph type="ftr" sz="quarter" idx="11"/>
          </p:nvPr>
        </p:nvSpPr>
        <p:spPr/>
        <p:txBody>
          <a:bodyPr/>
          <a:lstStyle/>
          <a:p>
            <a:endParaRPr lang="zh-CN" altLang="en-US"/>
          </a:p>
        </p:txBody>
      </p:sp>
      <p:sp>
        <p:nvSpPr>
          <p:cNvPr id="51" name="灯片编号占位符 8"/>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53" name="标题 1"/>
          <p:cNvSpPr>
            <a:spLocks noGrp="1"/>
          </p:cNvSpPr>
          <p:nvPr>
            <p:ph type="title"/>
          </p:nvPr>
        </p:nvSpPr>
        <p:spPr/>
        <p:txBody>
          <a:bodyPr/>
          <a:lstStyle/>
          <a:p>
            <a:r>
              <a:rPr lang="zh-CN" altLang="en-US"/>
              <a:t>单击此处编辑母版标题样式</a:t>
            </a:r>
          </a:p>
        </p:txBody>
      </p:sp>
      <p:sp>
        <p:nvSpPr>
          <p:cNvPr id="54" name="日期占位符 2"/>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55" name="页脚占位符 3"/>
          <p:cNvSpPr>
            <a:spLocks noGrp="1"/>
          </p:cNvSpPr>
          <p:nvPr>
            <p:ph type="ftr" sz="quarter" idx="11"/>
          </p:nvPr>
        </p:nvSpPr>
        <p:spPr/>
        <p:txBody>
          <a:bodyPr/>
          <a:lstStyle/>
          <a:p>
            <a:endParaRPr lang="zh-CN" altLang="en-US"/>
          </a:p>
        </p:txBody>
      </p:sp>
      <p:sp>
        <p:nvSpPr>
          <p:cNvPr id="56" name="灯片编号占位符 4"/>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58" name="日期占位符 1"/>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59" name="页脚占位符 2"/>
          <p:cNvSpPr>
            <a:spLocks noGrp="1"/>
          </p:cNvSpPr>
          <p:nvPr>
            <p:ph type="ftr" sz="quarter" idx="11"/>
          </p:nvPr>
        </p:nvSpPr>
        <p:spPr/>
        <p:txBody>
          <a:bodyPr/>
          <a:lstStyle/>
          <a:p>
            <a:endParaRPr lang="zh-CN" altLang="en-US"/>
          </a:p>
        </p:txBody>
      </p:sp>
      <p:sp>
        <p:nvSpPr>
          <p:cNvPr id="60" name="灯片编号占位符 3"/>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1" name=""/>
        <p:cNvGrpSpPr/>
        <p:nvPr/>
      </p:nvGrpSpPr>
      <p:grpSpPr>
        <a:xfrm>
          <a:off x="0" y="0"/>
          <a:ext cx="0" cy="0"/>
          <a:chOff x="0" y="0"/>
          <a:chExt cx="0" cy="0"/>
        </a:xfrm>
      </p:grpSpPr>
      <p:sp>
        <p:nvSpPr>
          <p:cNvPr id="6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6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65" name="日期占位符 4"/>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66" name="页脚占位符 5"/>
          <p:cNvSpPr>
            <a:spLocks noGrp="1"/>
          </p:cNvSpPr>
          <p:nvPr>
            <p:ph type="ftr" sz="quarter" idx="11"/>
          </p:nvPr>
        </p:nvSpPr>
        <p:spPr/>
        <p:txBody>
          <a:bodyPr/>
          <a:lstStyle/>
          <a:p>
            <a:endParaRPr lang="zh-CN" altLang="en-US"/>
          </a:p>
        </p:txBody>
      </p:sp>
      <p:sp>
        <p:nvSpPr>
          <p:cNvPr id="67" name="灯片编号占位符 6"/>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69"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70"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71"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72" name="日期占位符 4"/>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73" name="页脚占位符 5"/>
          <p:cNvSpPr>
            <a:spLocks noGrp="1"/>
          </p:cNvSpPr>
          <p:nvPr>
            <p:ph type="ftr" sz="quarter" idx="11"/>
          </p:nvPr>
        </p:nvSpPr>
        <p:spPr/>
        <p:txBody>
          <a:bodyPr/>
          <a:lstStyle/>
          <a:p>
            <a:endParaRPr lang="zh-CN" altLang="en-US"/>
          </a:p>
        </p:txBody>
      </p:sp>
      <p:sp>
        <p:nvSpPr>
          <p:cNvPr id="74" name="灯片编号占位符 6"/>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76" name="标题 1"/>
          <p:cNvSpPr>
            <a:spLocks noGrp="1"/>
          </p:cNvSpPr>
          <p:nvPr>
            <p:ph type="title"/>
          </p:nvPr>
        </p:nvSpPr>
        <p:spPr/>
        <p:txBody>
          <a:bodyPr/>
          <a:lstStyle/>
          <a:p>
            <a:r>
              <a:rPr lang="zh-CN" altLang="en-US"/>
              <a:t>单击此处编辑母版标题样式</a:t>
            </a:r>
          </a:p>
        </p:txBody>
      </p:sp>
      <p:sp>
        <p:nvSpPr>
          <p:cNvPr id="77"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8" name="日期占位符 3"/>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79" name="页脚占位符 4"/>
          <p:cNvSpPr>
            <a:spLocks noGrp="1"/>
          </p:cNvSpPr>
          <p:nvPr>
            <p:ph type="ftr" sz="quarter" idx="11"/>
          </p:nvPr>
        </p:nvSpPr>
        <p:spPr/>
        <p:txBody>
          <a:bodyPr/>
          <a:lstStyle/>
          <a:p>
            <a:endParaRPr lang="zh-CN" altLang="en-US"/>
          </a:p>
        </p:txBody>
      </p:sp>
      <p:sp>
        <p:nvSpPr>
          <p:cNvPr id="80" name="灯片编号占位符 5"/>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15"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6" name="日期占位符 3"/>
          <p:cNvSpPr>
            <a:spLocks noGrp="1"/>
          </p:cNvSpPr>
          <p:nvPr>
            <p:ph type="dt" sz="half" idx="10"/>
          </p:nvPr>
        </p:nvSpPr>
        <p:spPr/>
        <p:txBody>
          <a:bodyPr/>
          <a:lstStyle/>
          <a:p>
            <a:fld id="{CD9AEA06-3B5B-4272-B476-F133865483E2}" type="datetimeFigureOut">
              <a:rPr lang="zh-CN" altLang="en-US" smtClean="0"/>
              <a:t>2025/10/13</a:t>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4EB9ADE8-E5BF-44BD-840F-B8E7409625F8}"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20" name="图片 1"/>
          <p:cNvPicPr>
            <a:picLocks noChangeAspect="1" noChangeArrowheads="1"/>
          </p:cNvPicPr>
          <p:nvPr userDrawn="1"/>
        </p:nvPicPr>
        <p:blipFill>
          <a:blip r:embed="rId2"/>
          <a:srcRect/>
          <a:stretch>
            <a:fillRect/>
          </a:stretch>
        </p:blipFill>
        <p:spPr bwMode="auto">
          <a:xfrm>
            <a:off x="0" y="2266950"/>
            <a:ext cx="8867775" cy="4591050"/>
          </a:xfrm>
          <a:prstGeom prst="rect">
            <a:avLst/>
          </a:prstGeom>
          <a:noFill/>
          <a:ln>
            <a:noFill/>
          </a:ln>
        </p:spPr>
      </p:pic>
      <p:sp>
        <p:nvSpPr>
          <p:cNvPr id="21" name="文本占位符 22"/>
          <p:cNvSpPr>
            <a:spLocks noGrp="1"/>
          </p:cNvSpPr>
          <p:nvPr>
            <p:ph type="body" sz="quarter" idx="10"/>
          </p:nvPr>
        </p:nvSpPr>
        <p:spPr>
          <a:xfrm>
            <a:off x="1223874" y="2756213"/>
            <a:ext cx="9744253" cy="1248833"/>
          </a:xfrm>
          <a:prstGeom prst="rect">
            <a:avLst/>
          </a:prstGeom>
        </p:spPr>
        <p:txBody>
          <a:bodyPr/>
          <a:lstStyle>
            <a:lvl1pPr marL="0" indent="0" algn="ctr">
              <a:buNone/>
              <a:defRPr sz="4800" b="1">
                <a:latin typeface="微软雅黑" panose="020B0503020204020204" charset="-122"/>
              </a:defRPr>
            </a:lvl1pPr>
          </a:lstStyle>
          <a:p>
            <a:pPr lvl="0"/>
            <a:r>
              <a:rPr lang="zh-CN" altLang="en-US" noProof="1"/>
              <a:t>单击此处编辑母版文本样式</a:t>
            </a:r>
          </a:p>
        </p:txBody>
      </p:sp>
      <p:sp>
        <p:nvSpPr>
          <p:cNvPr id="22" name="文本占位符 27"/>
          <p:cNvSpPr>
            <a:spLocks noGrp="1"/>
          </p:cNvSpPr>
          <p:nvPr>
            <p:ph type="body" sz="quarter" idx="12"/>
          </p:nvPr>
        </p:nvSpPr>
        <p:spPr>
          <a:xfrm>
            <a:off x="3023787" y="4005043"/>
            <a:ext cx="6144427" cy="481076"/>
          </a:xfrm>
          <a:prstGeom prst="rect">
            <a:avLst/>
          </a:prstGeom>
        </p:spPr>
        <p:txBody>
          <a:bodyPr anchor="ctr"/>
          <a:lstStyle>
            <a:lvl1pPr marL="0" indent="0" algn="ctr">
              <a:buNone/>
              <a:defRPr sz="2400">
                <a:solidFill>
                  <a:schemeClr val="tx1">
                    <a:lumMod val="50000"/>
                    <a:lumOff val="50000"/>
                  </a:schemeClr>
                </a:solidFill>
                <a:latin typeface="微软雅黑" panose="020B0503020204020204" charset="-122"/>
              </a:defRPr>
            </a:lvl1pPr>
            <a:lvl2pPr>
              <a:defRPr sz="3200"/>
            </a:lvl2pPr>
            <a:lvl3pPr>
              <a:defRPr sz="2665"/>
            </a:lvl3pPr>
            <a:lvl4pPr>
              <a:defRPr sz="2400"/>
            </a:lvl4pPr>
            <a:lvl5pPr>
              <a:defRPr sz="2400"/>
            </a:lvl5pPr>
          </a:lstStyle>
          <a:p>
            <a:pPr lvl="0"/>
            <a:r>
              <a:rPr lang="zh-CN" altLang="en-US" noProof="1"/>
              <a:t>单击此处编辑母版文本样式</a:t>
            </a:r>
          </a:p>
        </p:txBody>
      </p:sp>
      <p:pic>
        <p:nvPicPr>
          <p:cNvPr id="23" name="图片 2"/>
          <p:cNvPicPr>
            <a:picLocks noChangeAspect="1"/>
          </p:cNvPicPr>
          <p:nvPr userDrawn="1"/>
        </p:nvPicPr>
        <p:blipFill>
          <a:blip r:embed="rId3" cstate="print"/>
          <a:stretch>
            <a:fillRect/>
          </a:stretch>
        </p:blipFill>
        <p:spPr>
          <a:xfrm>
            <a:off x="161926" y="157006"/>
            <a:ext cx="3117381" cy="1147763"/>
          </a:xfrm>
          <a:prstGeom prst="rect">
            <a:avLst/>
          </a:prstGeom>
        </p:spPr>
      </p:pic>
      <p:pic>
        <p:nvPicPr>
          <p:cNvPr id="24" name="图片 9"/>
          <p:cNvPicPr>
            <a:picLocks noChangeAspect="1" noChangeArrowheads="1"/>
          </p:cNvPicPr>
          <p:nvPr userDrawn="1"/>
        </p:nvPicPr>
        <p:blipFill>
          <a:blip r:embed="rId4"/>
          <a:srcRect/>
          <a:stretch>
            <a:fillRect/>
          </a:stretch>
        </p:blipFill>
        <p:spPr bwMode="auto">
          <a:xfrm>
            <a:off x="11200456" y="314198"/>
            <a:ext cx="889000" cy="544512"/>
          </a:xfrm>
          <a:prstGeom prst="rect">
            <a:avLst/>
          </a:prstGeom>
          <a:solidFill>
            <a:schemeClr val="bg1"/>
          </a:solidFill>
          <a:ln>
            <a:noFill/>
          </a:ln>
        </p:spPr>
      </p:pic>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仅标题空内容">
    <p:spTree>
      <p:nvGrpSpPr>
        <p:cNvPr id="1" name=""/>
        <p:cNvGrpSpPr/>
        <p:nvPr/>
      </p:nvGrpSpPr>
      <p:grpSpPr>
        <a:xfrm>
          <a:off x="0" y="0"/>
          <a:ext cx="0" cy="0"/>
          <a:chOff x="0" y="0"/>
          <a:chExt cx="0" cy="0"/>
        </a:xfrm>
      </p:grpSpPr>
      <p:sp>
        <p:nvSpPr>
          <p:cNvPr id="26" name="标题 1"/>
          <p:cNvSpPr>
            <a:spLocks noGrp="1"/>
          </p:cNvSpPr>
          <p:nvPr>
            <p:ph type="title"/>
          </p:nvPr>
        </p:nvSpPr>
        <p:spPr>
          <a:xfrm>
            <a:off x="335359" y="122216"/>
            <a:ext cx="10314711" cy="658085"/>
          </a:xfrm>
        </p:spPr>
        <p:txBody>
          <a:bodyPr>
            <a:noAutofit/>
          </a:bodyPr>
          <a:lstStyle>
            <a:lvl1pPr algn="l" defTabSz="1218565" rtl="0" eaLnBrk="1" latinLnBrk="0" hangingPunct="1">
              <a:spcBef>
                <a:spcPct val="0"/>
              </a:spcBef>
              <a:buNone/>
              <a:defRPr lang="zh-CN" altLang="en-US" sz="2800" b="1" kern="1200" dirty="0">
                <a:solidFill>
                  <a:srgbClr val="C00000"/>
                </a:solidFill>
                <a:latin typeface="华文细黑" panose="02010600040101010101" pitchFamily="2" charset="-122"/>
                <a:ea typeface="华文细黑" panose="02010600040101010101" pitchFamily="2" charset="-122"/>
                <a:cs typeface="+mj-cs"/>
              </a:defRPr>
            </a:lvl1pPr>
          </a:lstStyle>
          <a:p>
            <a:r>
              <a:rPr lang="zh-CN" altLang="en-US" dirty="0"/>
              <a:t>单击此处编辑母版标题样式</a:t>
            </a:r>
          </a:p>
        </p:txBody>
      </p:sp>
      <p:sp>
        <p:nvSpPr>
          <p:cNvPr id="27" name="矩形 2"/>
          <p:cNvSpPr/>
          <p:nvPr/>
        </p:nvSpPr>
        <p:spPr>
          <a:xfrm>
            <a:off x="11568608" y="6444602"/>
            <a:ext cx="425116" cy="338554"/>
          </a:xfrm>
          <a:prstGeom prst="rect">
            <a:avLst/>
          </a:prstGeom>
        </p:spPr>
        <p:txBody>
          <a:bodyPr wrap="none">
            <a:spAutoFit/>
          </a:bodyPr>
          <a:lstStyle/>
          <a:p>
            <a:pPr defTabSz="1217295"/>
            <a:fld id="{D5DDBE9D-0EAE-4BF9-9976-992BCF72F40A}" type="slidenum">
              <a:rPr lang="zh-CN" altLang="en-US" sz="1600">
                <a:solidFill>
                  <a:prstClr val="black">
                    <a:tint val="75000"/>
                    <a:tint val="75000"/>
                  </a:prstClr>
                </a:solidFill>
              </a:rPr>
              <a:t>‹#›</a:t>
            </a:fld>
            <a:endParaRPr lang="zh-CN" altLang="en-US" sz="1600" dirty="0">
              <a:solidFill>
                <a:prstClr val="black">
                  <a:tint val="75000"/>
                </a:prstClr>
              </a:solidFill>
            </a:endParaRPr>
          </a:p>
        </p:txBody>
      </p:sp>
      <p:pic>
        <p:nvPicPr>
          <p:cNvPr id="28" name="图片 8"/>
          <p:cNvPicPr>
            <a:picLocks noChangeAspect="1"/>
          </p:cNvPicPr>
          <p:nvPr/>
        </p:nvPicPr>
        <p:blipFill rotWithShape="1">
          <a:blip r:embed="rId2" cstate="print"/>
          <a:srcRect/>
          <a:stretch>
            <a:fillRect/>
          </a:stretch>
        </p:blipFill>
        <p:spPr>
          <a:xfrm>
            <a:off x="335359" y="807730"/>
            <a:ext cx="11520001" cy="67235"/>
          </a:xfrm>
          <a:prstGeom prst="rect">
            <a:avLst/>
          </a:prstGeom>
        </p:spPr>
      </p:pic>
      <p:pic>
        <p:nvPicPr>
          <p:cNvPr id="29" name="图片 6"/>
          <p:cNvPicPr>
            <a:picLocks noChangeAspect="1"/>
          </p:cNvPicPr>
          <p:nvPr/>
        </p:nvPicPr>
        <p:blipFill>
          <a:blip r:embed="rId3" cstate="print"/>
          <a:stretch>
            <a:fillRect/>
          </a:stretch>
        </p:blipFill>
        <p:spPr>
          <a:xfrm>
            <a:off x="10771094" y="15229"/>
            <a:ext cx="1367118" cy="877690"/>
          </a:xfrm>
          <a:prstGeom prst="rect">
            <a:avLst/>
          </a:prstGeom>
        </p:spPr>
      </p:pic>
    </p:spTree>
  </p:cSld>
  <p:clrMapOvr>
    <a:masterClrMapping/>
  </p:clrMapOvr>
  <p:transition/>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82" name="图片 5"/>
          <p:cNvPicPr>
            <a:picLocks noChangeAspect="1"/>
          </p:cNvPicPr>
          <p:nvPr userDrawn="1"/>
        </p:nvPicPr>
        <p:blipFill>
          <a:blip r:embed="rId2" cstate="print"/>
          <a:stretch>
            <a:fillRect/>
          </a:stretch>
        </p:blipFill>
        <p:spPr>
          <a:xfrm>
            <a:off x="10771094" y="15229"/>
            <a:ext cx="1367118" cy="877690"/>
          </a:xfrm>
          <a:prstGeom prst="rect">
            <a:avLst/>
          </a:prstGeom>
        </p:spPr>
      </p:pic>
      <p:pic>
        <p:nvPicPr>
          <p:cNvPr id="83" name="图片 6"/>
          <p:cNvPicPr>
            <a:picLocks noChangeAspect="1"/>
          </p:cNvPicPr>
          <p:nvPr userDrawn="1"/>
        </p:nvPicPr>
        <p:blipFill rotWithShape="1">
          <a:blip r:embed="rId3" cstate="print"/>
          <a:srcRect/>
          <a:stretch>
            <a:fillRect/>
          </a:stretch>
        </p:blipFill>
        <p:spPr>
          <a:xfrm>
            <a:off x="335359" y="807730"/>
            <a:ext cx="11520001" cy="67235"/>
          </a:xfrm>
          <a:prstGeom prst="rect">
            <a:avLst/>
          </a:prstGeom>
        </p:spPr>
      </p:pic>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85" name="灯片编号占位符 1"/>
          <p:cNvSpPr txBox="1">
            <a:spLocks noChangeArrowheads="1"/>
          </p:cNvSpPr>
          <p:nvPr userDrawn="1"/>
        </p:nvSpPr>
        <p:spPr bwMode="auto">
          <a:xfrm>
            <a:off x="11798300" y="6442075"/>
            <a:ext cx="787400" cy="336550"/>
          </a:xfrm>
          <a:prstGeom prst="rect">
            <a:avLst/>
          </a:prstGeom>
          <a:noFill/>
          <a:ln w="9525">
            <a:noFill/>
            <a:miter lim="800000"/>
          </a:ln>
        </p:spPr>
        <p:txBody>
          <a:bodyPr/>
          <a:lstStyle>
            <a:lvl1pPr>
              <a:defRPr>
                <a:solidFill>
                  <a:schemeClr val="tx1"/>
                </a:solidFill>
                <a:latin typeface="Arial" panose="020B0604020202020204" pitchFamily="34" charset="0"/>
                <a:ea typeface="微软雅黑" panose="020B0503020204020204" charset="-122"/>
              </a:defRPr>
            </a:lvl1pPr>
            <a:lvl2pPr marL="742950" indent="-285750">
              <a:defRPr>
                <a:solidFill>
                  <a:schemeClr val="tx1"/>
                </a:solidFill>
                <a:latin typeface="Arial" panose="020B0604020202020204" pitchFamily="34" charset="0"/>
                <a:ea typeface="微软雅黑" panose="020B0503020204020204" charset="-122"/>
              </a:defRPr>
            </a:lvl2pPr>
            <a:lvl3pPr marL="1143000" indent="-228600">
              <a:defRPr>
                <a:solidFill>
                  <a:schemeClr val="tx1"/>
                </a:solidFill>
                <a:latin typeface="Arial" panose="020B0604020202020204" pitchFamily="34" charset="0"/>
                <a:ea typeface="微软雅黑" panose="020B0503020204020204" charset="-122"/>
              </a:defRPr>
            </a:lvl3pPr>
            <a:lvl4pPr marL="1600200" indent="-228600">
              <a:defRPr>
                <a:solidFill>
                  <a:schemeClr val="tx1"/>
                </a:solidFill>
                <a:latin typeface="Arial" panose="020B0604020202020204" pitchFamily="34" charset="0"/>
                <a:ea typeface="微软雅黑" panose="020B0503020204020204" charset="-122"/>
              </a:defRPr>
            </a:lvl4pPr>
            <a:lvl5pPr marL="2057400" indent="-228600">
              <a:defRPr>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eaLnBrk="1" hangingPunct="1">
              <a:defRPr/>
            </a:pPr>
            <a:fld id="{2DE725AE-F307-4AA2-96FE-096D4F2661C2}" type="slidenum">
              <a:rPr lang="zh-CN" altLang="en-US" sz="1600" smtClean="0">
                <a:solidFill>
                  <a:srgbClr val="7F7F7F"/>
                </a:solidFill>
                <a:latin typeface="微软雅黑" panose="020B0503020204020204" charset="-122"/>
                <a:ea typeface="微软雅黑" panose="020B0503020204020204" charset="-122"/>
              </a:rPr>
              <a:t>‹#›</a:t>
            </a:fld>
            <a:endParaRPr lang="zh-CN" altLang="en-US" sz="1600">
              <a:solidFill>
                <a:srgbClr val="7F7F7F"/>
              </a:solidFill>
              <a:latin typeface="微软雅黑" panose="020B0503020204020204" charset="-122"/>
              <a:ea typeface="微软雅黑" panose="020B0503020204020204" charset="-122"/>
            </a:endParaRPr>
          </a:p>
        </p:txBody>
      </p:sp>
      <p:sp>
        <p:nvSpPr>
          <p:cNvPr id="86" name="标题 11"/>
          <p:cNvSpPr>
            <a:spLocks noGrp="1"/>
          </p:cNvSpPr>
          <p:nvPr>
            <p:ph type="title"/>
          </p:nvPr>
        </p:nvSpPr>
        <p:spPr>
          <a:xfrm>
            <a:off x="334859" y="163789"/>
            <a:ext cx="11145147" cy="591220"/>
          </a:xfrm>
          <a:prstGeom prst="rect">
            <a:avLst/>
          </a:prstGeom>
        </p:spPr>
        <p:txBody>
          <a:bodyPr anchor="ctr">
            <a:normAutofit/>
          </a:bodyPr>
          <a:lstStyle>
            <a:lvl1pPr marL="0" indent="0" algn="l">
              <a:defRPr sz="2400" b="1">
                <a:solidFill>
                  <a:schemeClr val="tx1"/>
                </a:solidFill>
                <a:latin typeface="微软雅黑" panose="020B0503020204020204" charset="-122"/>
                <a:ea typeface="微软雅黑" panose="020B0503020204020204" charset="-122"/>
              </a:defRPr>
            </a:lvl1pPr>
          </a:lstStyle>
          <a:p>
            <a:r>
              <a:rPr lang="zh-CN" altLang="en-US" noProof="1"/>
              <a:t>单击此处编辑母版标题样式</a:t>
            </a:r>
          </a:p>
        </p:txBody>
      </p:sp>
      <p:pic>
        <p:nvPicPr>
          <p:cNvPr id="87" name="图片 5"/>
          <p:cNvPicPr>
            <a:picLocks noChangeAspect="1"/>
          </p:cNvPicPr>
          <p:nvPr userDrawn="1"/>
        </p:nvPicPr>
        <p:blipFill>
          <a:blip r:embed="rId2" cstate="print"/>
          <a:stretch>
            <a:fillRect/>
          </a:stretch>
        </p:blipFill>
        <p:spPr>
          <a:xfrm>
            <a:off x="10771094" y="15229"/>
            <a:ext cx="1367118" cy="877690"/>
          </a:xfrm>
          <a:prstGeom prst="rect">
            <a:avLst/>
          </a:prstGeom>
        </p:spPr>
      </p:pic>
      <p:pic>
        <p:nvPicPr>
          <p:cNvPr id="88" name="图片 6"/>
          <p:cNvPicPr>
            <a:picLocks noChangeAspect="1"/>
          </p:cNvPicPr>
          <p:nvPr userDrawn="1"/>
        </p:nvPicPr>
        <p:blipFill rotWithShape="1">
          <a:blip r:embed="rId3" cstate="print"/>
          <a:srcRect/>
          <a:stretch>
            <a:fillRect/>
          </a:stretch>
        </p:blipFill>
        <p:spPr>
          <a:xfrm>
            <a:off x="335359" y="807730"/>
            <a:ext cx="11520001" cy="672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仅标题">
    <p:spTree>
      <p:nvGrpSpPr>
        <p:cNvPr id="1" name=""/>
        <p:cNvGrpSpPr/>
        <p:nvPr/>
      </p:nvGrpSpPr>
      <p:grpSpPr>
        <a:xfrm>
          <a:off x="0" y="0"/>
          <a:ext cx="0" cy="0"/>
          <a:chOff x="0" y="0"/>
          <a:chExt cx="0" cy="0"/>
        </a:xfrm>
      </p:grpSpPr>
      <p:sp>
        <p:nvSpPr>
          <p:cNvPr id="90" name="矩形 7"/>
          <p:cNvSpPr/>
          <p:nvPr userDrawn="1"/>
        </p:nvSpPr>
        <p:spPr>
          <a:xfrm>
            <a:off x="1" y="6778625"/>
            <a:ext cx="12192000" cy="79123"/>
          </a:xfrm>
          <a:prstGeom prst="rect">
            <a:avLst/>
          </a:prstGeom>
          <a:solidFill>
            <a:srgbClr val="B013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30"/>
          <p:cNvSpPr/>
          <p:nvPr userDrawn="1"/>
        </p:nvSpPr>
        <p:spPr>
          <a:xfrm rot="10800000">
            <a:off x="0" y="153670"/>
            <a:ext cx="927100" cy="562610"/>
          </a:xfrm>
          <a:custGeom>
            <a:avLst/>
            <a:gdLst>
              <a:gd name="connsiteX0" fmla="*/ 250256 w 808522"/>
              <a:gd name="connsiteY0" fmla="*/ 0 h 510140"/>
              <a:gd name="connsiteX1" fmla="*/ 255070 w 808522"/>
              <a:gd name="connsiteY1" fmla="*/ 0 h 510140"/>
              <a:gd name="connsiteX2" fmla="*/ 808522 w 808522"/>
              <a:gd name="connsiteY2" fmla="*/ 0 h 510140"/>
              <a:gd name="connsiteX3" fmla="*/ 808522 w 808522"/>
              <a:gd name="connsiteY3" fmla="*/ 510139 h 510140"/>
              <a:gd name="connsiteX4" fmla="*/ 255080 w 808522"/>
              <a:gd name="connsiteY4" fmla="*/ 510139 h 510140"/>
              <a:gd name="connsiteX5" fmla="*/ 255070 w 808522"/>
              <a:gd name="connsiteY5" fmla="*/ 510140 h 510140"/>
              <a:gd name="connsiteX6" fmla="*/ 255060 w 808522"/>
              <a:gd name="connsiteY6" fmla="*/ 510139 h 510140"/>
              <a:gd name="connsiteX7" fmla="*/ 250256 w 808522"/>
              <a:gd name="connsiteY7" fmla="*/ 510139 h 510140"/>
              <a:gd name="connsiteX8" fmla="*/ 250256 w 808522"/>
              <a:gd name="connsiteY8" fmla="*/ 509655 h 510140"/>
              <a:gd name="connsiteX9" fmla="*/ 203664 w 808522"/>
              <a:gd name="connsiteY9" fmla="*/ 504958 h 510140"/>
              <a:gd name="connsiteX10" fmla="*/ 0 w 808522"/>
              <a:gd name="connsiteY10" fmla="*/ 255070 h 510140"/>
              <a:gd name="connsiteX11" fmla="*/ 203664 w 808522"/>
              <a:gd name="connsiteY11" fmla="*/ 5182 h 510140"/>
              <a:gd name="connsiteX12" fmla="*/ 250256 w 808522"/>
              <a:gd name="connsiteY12" fmla="*/ 485 h 51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8522" h="510140">
                <a:moveTo>
                  <a:pt x="250256" y="0"/>
                </a:moveTo>
                <a:lnTo>
                  <a:pt x="255070" y="0"/>
                </a:lnTo>
                <a:lnTo>
                  <a:pt x="808522" y="0"/>
                </a:lnTo>
                <a:lnTo>
                  <a:pt x="808522" y="510139"/>
                </a:lnTo>
                <a:lnTo>
                  <a:pt x="255080" y="510139"/>
                </a:lnTo>
                <a:lnTo>
                  <a:pt x="255070" y="510140"/>
                </a:lnTo>
                <a:lnTo>
                  <a:pt x="255060" y="510139"/>
                </a:lnTo>
                <a:lnTo>
                  <a:pt x="250256" y="510139"/>
                </a:lnTo>
                <a:lnTo>
                  <a:pt x="250256" y="509655"/>
                </a:lnTo>
                <a:lnTo>
                  <a:pt x="203664" y="504958"/>
                </a:lnTo>
                <a:cubicBezTo>
                  <a:pt x="87433" y="481174"/>
                  <a:pt x="0" y="378332"/>
                  <a:pt x="0" y="255070"/>
                </a:cubicBezTo>
                <a:cubicBezTo>
                  <a:pt x="0" y="131808"/>
                  <a:pt x="87433" y="28967"/>
                  <a:pt x="203664" y="5182"/>
                </a:cubicBezTo>
                <a:lnTo>
                  <a:pt x="250256" y="485"/>
                </a:lnTo>
                <a:close/>
              </a:path>
            </a:pathLst>
          </a:custGeom>
          <a:solidFill>
            <a:srgbClr val="B013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endParaRPr>
          </a:p>
        </p:txBody>
      </p:sp>
      <p:grpSp>
        <p:nvGrpSpPr>
          <p:cNvPr id="92" name="组合 72"/>
          <p:cNvGrpSpPr/>
          <p:nvPr userDrawn="1"/>
        </p:nvGrpSpPr>
        <p:grpSpPr>
          <a:xfrm>
            <a:off x="64770" y="288925"/>
            <a:ext cx="797560" cy="292100"/>
            <a:chOff x="134014" y="120210"/>
            <a:chExt cx="797395" cy="358475"/>
          </a:xfrm>
        </p:grpSpPr>
        <p:grpSp>
          <p:nvGrpSpPr>
            <p:cNvPr id="93" name="组合 11"/>
            <p:cNvGrpSpPr/>
            <p:nvPr userDrawn="1"/>
          </p:nvGrpSpPr>
          <p:grpSpPr>
            <a:xfrm rot="10800000">
              <a:off x="536460" y="120210"/>
              <a:ext cx="197950" cy="345452"/>
              <a:chOff x="1568920" y="1510748"/>
              <a:chExt cx="870080" cy="611253"/>
            </a:xfrm>
          </p:grpSpPr>
          <p:sp>
            <p:nvSpPr>
              <p:cNvPr id="94" name="等腰三角形 12"/>
              <p:cNvSpPr/>
              <p:nvPr/>
            </p:nvSpPr>
            <p:spPr>
              <a:xfrm>
                <a:off x="1568920" y="1510748"/>
                <a:ext cx="657445" cy="598960"/>
              </a:xfrm>
              <a:prstGeom prst="triangl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294061"/>
                    </a:solidFill>
                  </a:ln>
                </a:endParaRPr>
              </a:p>
            </p:txBody>
          </p:sp>
          <p:sp>
            <p:nvSpPr>
              <p:cNvPr id="95" name="等腰三角形 13"/>
              <p:cNvSpPr/>
              <p:nvPr/>
            </p:nvSpPr>
            <p:spPr>
              <a:xfrm>
                <a:off x="1781555" y="1510749"/>
                <a:ext cx="657445" cy="598960"/>
              </a:xfrm>
              <a:prstGeom prst="triangl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6" name="椭圆 50"/>
              <p:cNvSpPr/>
              <p:nvPr userDrawn="1"/>
            </p:nvSpPr>
            <p:spPr>
              <a:xfrm>
                <a:off x="2194718" y="2096521"/>
                <a:ext cx="47471" cy="25480"/>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椭圆 51"/>
              <p:cNvSpPr/>
              <p:nvPr userDrawn="1"/>
            </p:nvSpPr>
            <p:spPr>
              <a:xfrm>
                <a:off x="1771216" y="2096521"/>
                <a:ext cx="47471" cy="25480"/>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98" name="弧形 3"/>
            <p:cNvSpPr/>
            <p:nvPr userDrawn="1"/>
          </p:nvSpPr>
          <p:spPr>
            <a:xfrm rot="16200000" flipH="1">
              <a:off x="140595" y="178124"/>
              <a:ext cx="339940" cy="237540"/>
            </a:xfrm>
            <a:prstGeom prst="arc">
              <a:avLst>
                <a:gd name="adj1" fmla="val 10780126"/>
                <a:gd name="adj2" fmla="val 89228"/>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9" name="组合 35"/>
            <p:cNvGrpSpPr/>
            <p:nvPr userDrawn="1"/>
          </p:nvGrpSpPr>
          <p:grpSpPr>
            <a:xfrm>
              <a:off x="322389" y="126154"/>
              <a:ext cx="208800" cy="352531"/>
              <a:chOff x="456952" y="318476"/>
              <a:chExt cx="186839" cy="218150"/>
            </a:xfrm>
          </p:grpSpPr>
          <p:cxnSp>
            <p:nvCxnSpPr>
              <p:cNvPr id="100" name="直接连接符 2"/>
              <p:cNvCxnSpPr/>
              <p:nvPr userDrawn="1"/>
            </p:nvCxnSpPr>
            <p:spPr>
              <a:xfrm>
                <a:off x="529442" y="348622"/>
                <a:ext cx="0" cy="1880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1" name="直接连接符 21"/>
              <p:cNvCxnSpPr/>
              <p:nvPr userDrawn="1"/>
            </p:nvCxnSpPr>
            <p:spPr>
              <a:xfrm>
                <a:off x="569639" y="348622"/>
                <a:ext cx="0" cy="1880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2" name="直接连接符 22"/>
              <p:cNvCxnSpPr/>
              <p:nvPr userDrawn="1"/>
            </p:nvCxnSpPr>
            <p:spPr>
              <a:xfrm rot="5400000">
                <a:off x="550372" y="255201"/>
                <a:ext cx="0" cy="1868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3" name="椭圆 24"/>
              <p:cNvSpPr/>
              <p:nvPr userDrawn="1"/>
            </p:nvSpPr>
            <p:spPr>
              <a:xfrm rot="10800000">
                <a:off x="560832" y="340530"/>
                <a:ext cx="15082" cy="16052"/>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25"/>
              <p:cNvSpPr/>
              <p:nvPr userDrawn="1"/>
            </p:nvSpPr>
            <p:spPr>
              <a:xfrm rot="10800000">
                <a:off x="522384" y="340530"/>
                <a:ext cx="15082" cy="16052"/>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5" name="直接连接符 29"/>
              <p:cNvCxnSpPr/>
              <p:nvPr userDrawn="1"/>
            </p:nvCxnSpPr>
            <p:spPr>
              <a:xfrm rot="5400000">
                <a:off x="546702" y="229911"/>
                <a:ext cx="0" cy="17713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06" name="组合 70"/>
            <p:cNvGrpSpPr/>
            <p:nvPr userDrawn="1"/>
          </p:nvGrpSpPr>
          <p:grpSpPr>
            <a:xfrm>
              <a:off x="688251" y="352685"/>
              <a:ext cx="181897" cy="126000"/>
              <a:chOff x="685870" y="368399"/>
              <a:chExt cx="181897" cy="111962"/>
            </a:xfrm>
          </p:grpSpPr>
          <p:cxnSp>
            <p:nvCxnSpPr>
              <p:cNvPr id="107" name="直接连接符 40"/>
              <p:cNvCxnSpPr/>
              <p:nvPr userDrawn="1"/>
            </p:nvCxnSpPr>
            <p:spPr>
              <a:xfrm rot="-180000" flipH="1">
                <a:off x="685870"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直接连接符 44"/>
              <p:cNvCxnSpPr/>
              <p:nvPr userDrawn="1"/>
            </p:nvCxnSpPr>
            <p:spPr>
              <a:xfrm rot="-180000" flipH="1">
                <a:off x="723466"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直接连接符 45"/>
              <p:cNvCxnSpPr/>
              <p:nvPr userDrawn="1"/>
            </p:nvCxnSpPr>
            <p:spPr>
              <a:xfrm rot="-180000" flipH="1">
                <a:off x="761062"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直接连接符 46"/>
              <p:cNvCxnSpPr/>
              <p:nvPr userDrawn="1"/>
            </p:nvCxnSpPr>
            <p:spPr>
              <a:xfrm flipH="1">
                <a:off x="807615" y="368399"/>
                <a:ext cx="14400" cy="564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直接连接符 47"/>
              <p:cNvCxnSpPr/>
              <p:nvPr userDrawn="1"/>
            </p:nvCxnSpPr>
            <p:spPr>
              <a:xfrm rot="21480000">
                <a:off x="757650" y="374774"/>
                <a:ext cx="2909" cy="1048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直接连接符 53"/>
              <p:cNvCxnSpPr/>
              <p:nvPr userDrawn="1"/>
            </p:nvCxnSpPr>
            <p:spPr>
              <a:xfrm rot="-180000" flipH="1">
                <a:off x="832493"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3" name="直接连接符 54"/>
              <p:cNvCxnSpPr/>
              <p:nvPr userDrawn="1"/>
            </p:nvCxnSpPr>
            <p:spPr>
              <a:xfrm flipH="1">
                <a:off x="793804" y="478799"/>
                <a:ext cx="43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4" name="直接连接符 67"/>
              <p:cNvCxnSpPr/>
              <p:nvPr userDrawn="1"/>
            </p:nvCxnSpPr>
            <p:spPr>
              <a:xfrm flipH="1">
                <a:off x="817616" y="372561"/>
                <a:ext cx="43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5" name="弧形 73"/>
            <p:cNvSpPr/>
            <p:nvPr userDrawn="1"/>
          </p:nvSpPr>
          <p:spPr>
            <a:xfrm rot="16200000" flipH="1">
              <a:off x="82814" y="178124"/>
              <a:ext cx="339940" cy="237540"/>
            </a:xfrm>
            <a:prstGeom prst="arc">
              <a:avLst>
                <a:gd name="adj1" fmla="val 11867292"/>
                <a:gd name="adj2" fmla="val 20230612"/>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16" name="直接连接符 69"/>
            <p:cNvCxnSpPr/>
            <p:nvPr userDrawn="1"/>
          </p:nvCxnSpPr>
          <p:spPr>
            <a:xfrm flipV="1">
              <a:off x="211409" y="347662"/>
              <a:ext cx="720000" cy="0"/>
            </a:xfrm>
            <a:prstGeom prst="line">
              <a:avLst/>
            </a:prstGeom>
            <a:solidFill>
              <a:srgbClr val="B01319"/>
            </a:solidFill>
            <a:ln w="12700">
              <a:solidFill>
                <a:srgbClr val="B01319"/>
              </a:solidFill>
            </a:ln>
          </p:spPr>
          <p:style>
            <a:lnRef idx="1">
              <a:schemeClr val="accent1"/>
            </a:lnRef>
            <a:fillRef idx="0">
              <a:schemeClr val="accent1"/>
            </a:fillRef>
            <a:effectRef idx="0">
              <a:schemeClr val="accent1"/>
            </a:effectRef>
            <a:fontRef idx="minor">
              <a:schemeClr val="tx1"/>
            </a:fontRef>
          </p:style>
        </p:cxnSp>
      </p:grpSp>
      <p:sp>
        <p:nvSpPr>
          <p:cNvPr id="117" name="标题占位符 1"/>
          <p:cNvSpPr>
            <a:spLocks noGrp="1"/>
          </p:cNvSpPr>
          <p:nvPr>
            <p:ph type="title"/>
          </p:nvPr>
        </p:nvSpPr>
        <p:spPr>
          <a:xfrm>
            <a:off x="1068980" y="191412"/>
            <a:ext cx="10515600" cy="482173"/>
          </a:xfrm>
          <a:prstGeom prst="rect">
            <a:avLst/>
          </a:prstGeom>
        </p:spPr>
        <p:txBody>
          <a:bodyPr vert="horz" lIns="91440" tIns="45720" rIns="91440" bIns="45720" rtlCol="0" anchor="ctr">
            <a:noAutofit/>
          </a:bodyPr>
          <a:lstStyle>
            <a:lvl1pPr>
              <a:defRPr sz="2400">
                <a:latin typeface="微软雅黑" panose="020B0503020204020204" charset="-122"/>
                <a:ea typeface="微软雅黑" panose="020B0503020204020204" charset="-122"/>
              </a:defRPr>
            </a:lvl1pPr>
          </a:lstStyle>
          <a:p>
            <a:r>
              <a:rPr lang="zh-CN" altLang="en-US"/>
              <a:t>单击此处编辑母版标题样式</a:t>
            </a:r>
          </a:p>
        </p:txBody>
      </p:sp>
      <p:pic>
        <p:nvPicPr>
          <p:cNvPr id="118" name="图片 31"/>
          <p:cNvPicPr>
            <a:picLocks noChangeAspect="1"/>
          </p:cNvPicPr>
          <p:nvPr userDrawn="1"/>
        </p:nvPicPr>
        <p:blipFill>
          <a:blip r:embed="rId2" cstate="print"/>
          <a:stretch>
            <a:fillRect/>
          </a:stretch>
        </p:blipFill>
        <p:spPr>
          <a:xfrm>
            <a:off x="10771094" y="15229"/>
            <a:ext cx="1367118" cy="877690"/>
          </a:xfrm>
          <a:prstGeom prst="rect">
            <a:avLst/>
          </a:prstGeom>
        </p:spPr>
      </p:pic>
      <p:pic>
        <p:nvPicPr>
          <p:cNvPr id="119" name="图片 32"/>
          <p:cNvPicPr>
            <a:picLocks noChangeAspect="1"/>
          </p:cNvPicPr>
          <p:nvPr userDrawn="1"/>
        </p:nvPicPr>
        <p:blipFill rotWithShape="1">
          <a:blip r:embed="rId3" cstate="print"/>
          <a:srcRect/>
          <a:stretch>
            <a:fillRect/>
          </a:stretch>
        </p:blipFill>
        <p:spPr>
          <a:xfrm>
            <a:off x="335359" y="807730"/>
            <a:ext cx="11520001" cy="67235"/>
          </a:xfrm>
          <a:prstGeom prst="rect">
            <a:avLst/>
          </a:prstGeom>
        </p:spPr>
      </p:pic>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仅标题">
    <p:spTree>
      <p:nvGrpSpPr>
        <p:cNvPr id="1" name=""/>
        <p:cNvGrpSpPr/>
        <p:nvPr/>
      </p:nvGrpSpPr>
      <p:grpSpPr>
        <a:xfrm>
          <a:off x="0" y="0"/>
          <a:ext cx="0" cy="0"/>
          <a:chOff x="0" y="0"/>
          <a:chExt cx="0" cy="0"/>
        </a:xfrm>
      </p:grpSpPr>
      <p:sp>
        <p:nvSpPr>
          <p:cNvPr id="121" name="矩形 7"/>
          <p:cNvSpPr/>
          <p:nvPr userDrawn="1"/>
        </p:nvSpPr>
        <p:spPr>
          <a:xfrm>
            <a:off x="1" y="6778625"/>
            <a:ext cx="12192000" cy="79123"/>
          </a:xfrm>
          <a:prstGeom prst="rect">
            <a:avLst/>
          </a:prstGeom>
          <a:solidFill>
            <a:srgbClr val="B013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任意多边形 30"/>
          <p:cNvSpPr/>
          <p:nvPr userDrawn="1"/>
        </p:nvSpPr>
        <p:spPr>
          <a:xfrm rot="10800000">
            <a:off x="0" y="153670"/>
            <a:ext cx="927100" cy="562610"/>
          </a:xfrm>
          <a:custGeom>
            <a:avLst/>
            <a:gdLst>
              <a:gd name="connsiteX0" fmla="*/ 250256 w 808522"/>
              <a:gd name="connsiteY0" fmla="*/ 0 h 510140"/>
              <a:gd name="connsiteX1" fmla="*/ 255070 w 808522"/>
              <a:gd name="connsiteY1" fmla="*/ 0 h 510140"/>
              <a:gd name="connsiteX2" fmla="*/ 808522 w 808522"/>
              <a:gd name="connsiteY2" fmla="*/ 0 h 510140"/>
              <a:gd name="connsiteX3" fmla="*/ 808522 w 808522"/>
              <a:gd name="connsiteY3" fmla="*/ 510139 h 510140"/>
              <a:gd name="connsiteX4" fmla="*/ 255080 w 808522"/>
              <a:gd name="connsiteY4" fmla="*/ 510139 h 510140"/>
              <a:gd name="connsiteX5" fmla="*/ 255070 w 808522"/>
              <a:gd name="connsiteY5" fmla="*/ 510140 h 510140"/>
              <a:gd name="connsiteX6" fmla="*/ 255060 w 808522"/>
              <a:gd name="connsiteY6" fmla="*/ 510139 h 510140"/>
              <a:gd name="connsiteX7" fmla="*/ 250256 w 808522"/>
              <a:gd name="connsiteY7" fmla="*/ 510139 h 510140"/>
              <a:gd name="connsiteX8" fmla="*/ 250256 w 808522"/>
              <a:gd name="connsiteY8" fmla="*/ 509655 h 510140"/>
              <a:gd name="connsiteX9" fmla="*/ 203664 w 808522"/>
              <a:gd name="connsiteY9" fmla="*/ 504958 h 510140"/>
              <a:gd name="connsiteX10" fmla="*/ 0 w 808522"/>
              <a:gd name="connsiteY10" fmla="*/ 255070 h 510140"/>
              <a:gd name="connsiteX11" fmla="*/ 203664 w 808522"/>
              <a:gd name="connsiteY11" fmla="*/ 5182 h 510140"/>
              <a:gd name="connsiteX12" fmla="*/ 250256 w 808522"/>
              <a:gd name="connsiteY12" fmla="*/ 485 h 51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8522" h="510140">
                <a:moveTo>
                  <a:pt x="250256" y="0"/>
                </a:moveTo>
                <a:lnTo>
                  <a:pt x="255070" y="0"/>
                </a:lnTo>
                <a:lnTo>
                  <a:pt x="808522" y="0"/>
                </a:lnTo>
                <a:lnTo>
                  <a:pt x="808522" y="510139"/>
                </a:lnTo>
                <a:lnTo>
                  <a:pt x="255080" y="510139"/>
                </a:lnTo>
                <a:lnTo>
                  <a:pt x="255070" y="510140"/>
                </a:lnTo>
                <a:lnTo>
                  <a:pt x="255060" y="510139"/>
                </a:lnTo>
                <a:lnTo>
                  <a:pt x="250256" y="510139"/>
                </a:lnTo>
                <a:lnTo>
                  <a:pt x="250256" y="509655"/>
                </a:lnTo>
                <a:lnTo>
                  <a:pt x="203664" y="504958"/>
                </a:lnTo>
                <a:cubicBezTo>
                  <a:pt x="87433" y="481174"/>
                  <a:pt x="0" y="378332"/>
                  <a:pt x="0" y="255070"/>
                </a:cubicBezTo>
                <a:cubicBezTo>
                  <a:pt x="0" y="131808"/>
                  <a:pt x="87433" y="28967"/>
                  <a:pt x="203664" y="5182"/>
                </a:cubicBezTo>
                <a:lnTo>
                  <a:pt x="250256" y="485"/>
                </a:lnTo>
                <a:close/>
              </a:path>
            </a:pathLst>
          </a:custGeom>
          <a:solidFill>
            <a:srgbClr val="B013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endParaRPr>
          </a:p>
        </p:txBody>
      </p:sp>
      <p:grpSp>
        <p:nvGrpSpPr>
          <p:cNvPr id="123" name="组合 72"/>
          <p:cNvGrpSpPr/>
          <p:nvPr userDrawn="1"/>
        </p:nvGrpSpPr>
        <p:grpSpPr>
          <a:xfrm>
            <a:off x="64770" y="288925"/>
            <a:ext cx="797560" cy="292100"/>
            <a:chOff x="134014" y="120210"/>
            <a:chExt cx="797395" cy="358475"/>
          </a:xfrm>
        </p:grpSpPr>
        <p:grpSp>
          <p:nvGrpSpPr>
            <p:cNvPr id="124" name="组合 11"/>
            <p:cNvGrpSpPr/>
            <p:nvPr userDrawn="1"/>
          </p:nvGrpSpPr>
          <p:grpSpPr>
            <a:xfrm rot="10800000">
              <a:off x="536460" y="120210"/>
              <a:ext cx="197950" cy="345452"/>
              <a:chOff x="1568920" y="1510748"/>
              <a:chExt cx="870080" cy="611253"/>
            </a:xfrm>
          </p:grpSpPr>
          <p:sp>
            <p:nvSpPr>
              <p:cNvPr id="125" name="等腰三角形 12"/>
              <p:cNvSpPr/>
              <p:nvPr/>
            </p:nvSpPr>
            <p:spPr>
              <a:xfrm>
                <a:off x="1568920" y="1510748"/>
                <a:ext cx="657445" cy="598960"/>
              </a:xfrm>
              <a:prstGeom prst="triangl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294061"/>
                    </a:solidFill>
                  </a:ln>
                </a:endParaRPr>
              </a:p>
            </p:txBody>
          </p:sp>
          <p:sp>
            <p:nvSpPr>
              <p:cNvPr id="126" name="等腰三角形 13"/>
              <p:cNvSpPr/>
              <p:nvPr/>
            </p:nvSpPr>
            <p:spPr>
              <a:xfrm>
                <a:off x="1781555" y="1510749"/>
                <a:ext cx="657445" cy="598960"/>
              </a:xfrm>
              <a:prstGeom prst="triangl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 name="椭圆 50"/>
              <p:cNvSpPr/>
              <p:nvPr userDrawn="1"/>
            </p:nvSpPr>
            <p:spPr>
              <a:xfrm>
                <a:off x="2194718" y="2096521"/>
                <a:ext cx="47471" cy="25480"/>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椭圆 51"/>
              <p:cNvSpPr/>
              <p:nvPr userDrawn="1"/>
            </p:nvSpPr>
            <p:spPr>
              <a:xfrm>
                <a:off x="1771216" y="2096521"/>
                <a:ext cx="47471" cy="25480"/>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29" name="弧形 3"/>
            <p:cNvSpPr/>
            <p:nvPr userDrawn="1"/>
          </p:nvSpPr>
          <p:spPr>
            <a:xfrm rot="16200000" flipH="1">
              <a:off x="140595" y="178124"/>
              <a:ext cx="339940" cy="237540"/>
            </a:xfrm>
            <a:prstGeom prst="arc">
              <a:avLst>
                <a:gd name="adj1" fmla="val 10780126"/>
                <a:gd name="adj2" fmla="val 89228"/>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30" name="组合 35"/>
            <p:cNvGrpSpPr/>
            <p:nvPr userDrawn="1"/>
          </p:nvGrpSpPr>
          <p:grpSpPr>
            <a:xfrm>
              <a:off x="322389" y="126154"/>
              <a:ext cx="208800" cy="352531"/>
              <a:chOff x="456952" y="318476"/>
              <a:chExt cx="186839" cy="218150"/>
            </a:xfrm>
          </p:grpSpPr>
          <p:cxnSp>
            <p:nvCxnSpPr>
              <p:cNvPr id="131" name="直接连接符 2"/>
              <p:cNvCxnSpPr/>
              <p:nvPr userDrawn="1"/>
            </p:nvCxnSpPr>
            <p:spPr>
              <a:xfrm>
                <a:off x="529442" y="348622"/>
                <a:ext cx="0" cy="1880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2" name="直接连接符 21"/>
              <p:cNvCxnSpPr/>
              <p:nvPr userDrawn="1"/>
            </p:nvCxnSpPr>
            <p:spPr>
              <a:xfrm>
                <a:off x="569639" y="348622"/>
                <a:ext cx="0" cy="1880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3" name="直接连接符 22"/>
              <p:cNvCxnSpPr/>
              <p:nvPr userDrawn="1"/>
            </p:nvCxnSpPr>
            <p:spPr>
              <a:xfrm rot="5400000">
                <a:off x="550372" y="255201"/>
                <a:ext cx="0" cy="1868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4" name="椭圆 24"/>
              <p:cNvSpPr/>
              <p:nvPr userDrawn="1"/>
            </p:nvSpPr>
            <p:spPr>
              <a:xfrm rot="10800000">
                <a:off x="560832" y="340530"/>
                <a:ext cx="15082" cy="16052"/>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25"/>
              <p:cNvSpPr/>
              <p:nvPr userDrawn="1"/>
            </p:nvSpPr>
            <p:spPr>
              <a:xfrm rot="10800000">
                <a:off x="522384" y="340530"/>
                <a:ext cx="15082" cy="16052"/>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6" name="直接连接符 29"/>
              <p:cNvCxnSpPr/>
              <p:nvPr userDrawn="1"/>
            </p:nvCxnSpPr>
            <p:spPr>
              <a:xfrm rot="5400000">
                <a:off x="546702" y="229911"/>
                <a:ext cx="0" cy="17713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37" name="组合 70"/>
            <p:cNvGrpSpPr/>
            <p:nvPr userDrawn="1"/>
          </p:nvGrpSpPr>
          <p:grpSpPr>
            <a:xfrm>
              <a:off x="688251" y="352685"/>
              <a:ext cx="181897" cy="126000"/>
              <a:chOff x="685870" y="368399"/>
              <a:chExt cx="181897" cy="111962"/>
            </a:xfrm>
          </p:grpSpPr>
          <p:cxnSp>
            <p:nvCxnSpPr>
              <p:cNvPr id="138" name="直接连接符 40"/>
              <p:cNvCxnSpPr/>
              <p:nvPr userDrawn="1"/>
            </p:nvCxnSpPr>
            <p:spPr>
              <a:xfrm rot="-180000" flipH="1">
                <a:off x="685870"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9" name="直接连接符 44"/>
              <p:cNvCxnSpPr/>
              <p:nvPr userDrawn="1"/>
            </p:nvCxnSpPr>
            <p:spPr>
              <a:xfrm rot="-180000" flipH="1">
                <a:off x="723466"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0" name="直接连接符 45"/>
              <p:cNvCxnSpPr/>
              <p:nvPr userDrawn="1"/>
            </p:nvCxnSpPr>
            <p:spPr>
              <a:xfrm rot="-180000" flipH="1">
                <a:off x="761062"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1" name="直接连接符 46"/>
              <p:cNvCxnSpPr/>
              <p:nvPr userDrawn="1"/>
            </p:nvCxnSpPr>
            <p:spPr>
              <a:xfrm flipH="1">
                <a:off x="807615" y="368399"/>
                <a:ext cx="14400" cy="564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2" name="直接连接符 47"/>
              <p:cNvCxnSpPr/>
              <p:nvPr userDrawn="1"/>
            </p:nvCxnSpPr>
            <p:spPr>
              <a:xfrm rot="21480000">
                <a:off x="757650" y="374774"/>
                <a:ext cx="2909" cy="1048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3" name="直接连接符 53"/>
              <p:cNvCxnSpPr/>
              <p:nvPr userDrawn="1"/>
            </p:nvCxnSpPr>
            <p:spPr>
              <a:xfrm rot="-180000" flipH="1">
                <a:off x="832493"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4" name="直接连接符 54"/>
              <p:cNvCxnSpPr/>
              <p:nvPr userDrawn="1"/>
            </p:nvCxnSpPr>
            <p:spPr>
              <a:xfrm flipH="1">
                <a:off x="793804" y="478799"/>
                <a:ext cx="43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5" name="直接连接符 67"/>
              <p:cNvCxnSpPr/>
              <p:nvPr userDrawn="1"/>
            </p:nvCxnSpPr>
            <p:spPr>
              <a:xfrm flipH="1">
                <a:off x="817616" y="372561"/>
                <a:ext cx="43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46" name="弧形 73"/>
            <p:cNvSpPr/>
            <p:nvPr userDrawn="1"/>
          </p:nvSpPr>
          <p:spPr>
            <a:xfrm rot="16200000" flipH="1">
              <a:off x="82814" y="178124"/>
              <a:ext cx="339940" cy="237540"/>
            </a:xfrm>
            <a:prstGeom prst="arc">
              <a:avLst>
                <a:gd name="adj1" fmla="val 11867292"/>
                <a:gd name="adj2" fmla="val 20230612"/>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47" name="直接连接符 69"/>
            <p:cNvCxnSpPr/>
            <p:nvPr userDrawn="1"/>
          </p:nvCxnSpPr>
          <p:spPr>
            <a:xfrm flipV="1">
              <a:off x="211409" y="347662"/>
              <a:ext cx="720000" cy="0"/>
            </a:xfrm>
            <a:prstGeom prst="line">
              <a:avLst/>
            </a:prstGeom>
            <a:solidFill>
              <a:srgbClr val="B01319"/>
            </a:solidFill>
            <a:ln w="12700">
              <a:solidFill>
                <a:srgbClr val="B01319"/>
              </a:solidFill>
            </a:ln>
          </p:spPr>
          <p:style>
            <a:lnRef idx="1">
              <a:schemeClr val="accent1"/>
            </a:lnRef>
            <a:fillRef idx="0">
              <a:schemeClr val="accent1"/>
            </a:fillRef>
            <a:effectRef idx="0">
              <a:schemeClr val="accent1"/>
            </a:effectRef>
            <a:fontRef idx="minor">
              <a:schemeClr val="tx1"/>
            </a:fontRef>
          </p:style>
        </p:cxnSp>
      </p:grpSp>
      <p:pic>
        <p:nvPicPr>
          <p:cNvPr id="148" name="图片 28"/>
          <p:cNvPicPr>
            <a:picLocks noChangeAspect="1"/>
          </p:cNvPicPr>
          <p:nvPr userDrawn="1"/>
        </p:nvPicPr>
        <p:blipFill>
          <a:blip r:embed="rId2" cstate="print"/>
          <a:stretch>
            <a:fillRect/>
          </a:stretch>
        </p:blipFill>
        <p:spPr>
          <a:xfrm>
            <a:off x="10771094" y="15229"/>
            <a:ext cx="1367118" cy="877690"/>
          </a:xfrm>
          <a:prstGeom prst="rect">
            <a:avLst/>
          </a:prstGeom>
        </p:spPr>
      </p:pic>
      <p:pic>
        <p:nvPicPr>
          <p:cNvPr id="149" name="图片 31"/>
          <p:cNvPicPr>
            <a:picLocks noChangeAspect="1"/>
          </p:cNvPicPr>
          <p:nvPr userDrawn="1"/>
        </p:nvPicPr>
        <p:blipFill rotWithShape="1">
          <a:blip r:embed="rId3" cstate="print"/>
          <a:srcRect/>
          <a:stretch>
            <a:fillRect/>
          </a:stretch>
        </p:blipFill>
        <p:spPr>
          <a:xfrm>
            <a:off x="335359" y="807730"/>
            <a:ext cx="11520001" cy="67235"/>
          </a:xfrm>
          <a:prstGeom prst="rect">
            <a:avLst/>
          </a:prstGeom>
        </p:spPr>
      </p:pic>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151"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pic>
        <p:nvPicPr>
          <p:cNvPr id="152" name="图片 2"/>
          <p:cNvPicPr>
            <a:picLocks noChangeAspect="1"/>
          </p:cNvPicPr>
          <p:nvPr userDrawn="1"/>
        </p:nvPicPr>
        <p:blipFill>
          <a:blip r:embed="rId2" cstate="print"/>
          <a:stretch>
            <a:fillRect/>
          </a:stretch>
        </p:blipFill>
        <p:spPr>
          <a:xfrm>
            <a:off x="10771094" y="15229"/>
            <a:ext cx="1367118" cy="877690"/>
          </a:xfrm>
          <a:prstGeom prst="rect">
            <a:avLst/>
          </a:prstGeom>
        </p:spPr>
      </p:pic>
      <p:pic>
        <p:nvPicPr>
          <p:cNvPr id="153" name="图片 3"/>
          <p:cNvPicPr>
            <a:picLocks noChangeAspect="1"/>
          </p:cNvPicPr>
          <p:nvPr userDrawn="1"/>
        </p:nvPicPr>
        <p:blipFill rotWithShape="1">
          <a:blip r:embed="rId3" cstate="print"/>
          <a:srcRect/>
          <a:stretch>
            <a:fillRect/>
          </a:stretch>
        </p:blipFill>
        <p:spPr>
          <a:xfrm>
            <a:off x="335359" y="807730"/>
            <a:ext cx="11520001" cy="67235"/>
          </a:xfrm>
          <a:prstGeom prst="rect">
            <a:avLst/>
          </a:prstGeom>
        </p:spPr>
      </p:pic>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155" name="图片 1"/>
          <p:cNvPicPr>
            <a:picLocks noChangeAspect="1" noChangeArrowheads="1"/>
          </p:cNvPicPr>
          <p:nvPr userDrawn="1"/>
        </p:nvPicPr>
        <p:blipFill>
          <a:blip r:embed="rId2"/>
          <a:srcRect/>
          <a:stretch>
            <a:fillRect/>
          </a:stretch>
        </p:blipFill>
        <p:spPr bwMode="auto">
          <a:xfrm>
            <a:off x="0" y="2266950"/>
            <a:ext cx="8867775" cy="4591050"/>
          </a:xfrm>
          <a:prstGeom prst="rect">
            <a:avLst/>
          </a:prstGeom>
          <a:noFill/>
          <a:ln>
            <a:noFill/>
          </a:ln>
        </p:spPr>
      </p:pic>
      <p:sp>
        <p:nvSpPr>
          <p:cNvPr id="156" name="文本占位符 22"/>
          <p:cNvSpPr>
            <a:spLocks noGrp="1"/>
          </p:cNvSpPr>
          <p:nvPr>
            <p:ph type="body" sz="quarter" idx="10"/>
          </p:nvPr>
        </p:nvSpPr>
        <p:spPr>
          <a:xfrm>
            <a:off x="1223874" y="2756213"/>
            <a:ext cx="9744253" cy="1248833"/>
          </a:xfrm>
          <a:prstGeom prst="rect">
            <a:avLst/>
          </a:prstGeom>
        </p:spPr>
        <p:txBody>
          <a:bodyPr/>
          <a:lstStyle>
            <a:lvl1pPr marL="0" indent="0" algn="ctr">
              <a:buNone/>
              <a:defRPr sz="4800" b="1">
                <a:latin typeface="微软雅黑" panose="020B0503020204020204" charset="-122"/>
              </a:defRPr>
            </a:lvl1pPr>
          </a:lstStyle>
          <a:p>
            <a:pPr lvl="0"/>
            <a:r>
              <a:rPr lang="zh-CN" altLang="en-US" noProof="1"/>
              <a:t>单击此处编辑母版文本样式</a:t>
            </a:r>
          </a:p>
        </p:txBody>
      </p:sp>
      <p:sp>
        <p:nvSpPr>
          <p:cNvPr id="157" name="文本占位符 27"/>
          <p:cNvSpPr>
            <a:spLocks noGrp="1"/>
          </p:cNvSpPr>
          <p:nvPr>
            <p:ph type="body" sz="quarter" idx="12"/>
          </p:nvPr>
        </p:nvSpPr>
        <p:spPr>
          <a:xfrm>
            <a:off x="3023787" y="4005043"/>
            <a:ext cx="6144427" cy="481076"/>
          </a:xfrm>
          <a:prstGeom prst="rect">
            <a:avLst/>
          </a:prstGeom>
        </p:spPr>
        <p:txBody>
          <a:bodyPr anchor="ctr"/>
          <a:lstStyle>
            <a:lvl1pPr marL="0" indent="0" algn="ctr">
              <a:buNone/>
              <a:defRPr sz="2400">
                <a:solidFill>
                  <a:schemeClr val="tx1">
                    <a:lumMod val="50000"/>
                    <a:lumOff val="50000"/>
                  </a:schemeClr>
                </a:solidFill>
                <a:latin typeface="微软雅黑" panose="020B0503020204020204" charset="-122"/>
              </a:defRPr>
            </a:lvl1pPr>
            <a:lvl2pPr>
              <a:defRPr sz="3200"/>
            </a:lvl2pPr>
            <a:lvl3pPr>
              <a:defRPr sz="2665"/>
            </a:lvl3pPr>
            <a:lvl4pPr>
              <a:defRPr sz="2400"/>
            </a:lvl4pPr>
            <a:lvl5pPr>
              <a:defRPr sz="2400"/>
            </a:lvl5pPr>
          </a:lstStyle>
          <a:p>
            <a:pPr lvl="0"/>
            <a:r>
              <a:rPr lang="zh-CN" altLang="en-US" noProof="1"/>
              <a:t>单击此处编辑母版文本样式</a:t>
            </a:r>
          </a:p>
        </p:txBody>
      </p:sp>
      <p:pic>
        <p:nvPicPr>
          <p:cNvPr id="158" name="图片 2"/>
          <p:cNvPicPr>
            <a:picLocks noChangeAspect="1"/>
          </p:cNvPicPr>
          <p:nvPr userDrawn="1"/>
        </p:nvPicPr>
        <p:blipFill rotWithShape="1">
          <a:blip r:embed="rId3" cstate="print"/>
          <a:srcRect r="58821"/>
          <a:stretch>
            <a:fillRect/>
          </a:stretch>
        </p:blipFill>
        <p:spPr>
          <a:xfrm>
            <a:off x="161926" y="157006"/>
            <a:ext cx="1283697" cy="1147763"/>
          </a:xfrm>
          <a:prstGeom prst="rect">
            <a:avLst/>
          </a:prstGeom>
        </p:spPr>
      </p:pic>
      <p:pic>
        <p:nvPicPr>
          <p:cNvPr id="159" name="图片 9"/>
          <p:cNvPicPr>
            <a:picLocks noChangeAspect="1" noChangeArrowheads="1"/>
          </p:cNvPicPr>
          <p:nvPr userDrawn="1"/>
        </p:nvPicPr>
        <p:blipFill>
          <a:blip r:embed="rId4"/>
          <a:srcRect/>
          <a:stretch>
            <a:fillRect/>
          </a:stretch>
        </p:blipFill>
        <p:spPr bwMode="auto">
          <a:xfrm>
            <a:off x="11200456" y="314198"/>
            <a:ext cx="889000" cy="544512"/>
          </a:xfrm>
          <a:prstGeom prst="rect">
            <a:avLst/>
          </a:prstGeom>
          <a:solidFill>
            <a:schemeClr val="bg1"/>
          </a:solidFill>
          <a:ln>
            <a:noFill/>
          </a:ln>
        </p:spPr>
      </p:pic>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2_标题页">
    <p:bg>
      <p:bgPr>
        <a:blipFill rotWithShape="1">
          <a:blip r:embed="rId2" cstate="print"/>
          <a:srcRect/>
          <a:stretch>
            <a:fillRect/>
          </a:stretch>
        </a:blipFill>
        <a:effectLst/>
      </p:bgPr>
    </p:bg>
    <p:spTree>
      <p:nvGrpSpPr>
        <p:cNvPr id="1" name=""/>
        <p:cNvGrpSpPr/>
        <p:nvPr/>
      </p:nvGrpSpPr>
      <p:grpSpPr>
        <a:xfrm>
          <a:off x="0" y="0"/>
          <a:ext cx="0" cy="0"/>
          <a:chOff x="0" y="0"/>
          <a:chExt cx="0" cy="0"/>
        </a:xfrm>
      </p:grpSpPr>
      <p:sp>
        <p:nvSpPr>
          <p:cNvPr id="161" name="矩形 2"/>
          <p:cNvSpPr/>
          <p:nvPr userDrawn="1"/>
        </p:nvSpPr>
        <p:spPr>
          <a:xfrm>
            <a:off x="9816353" y="202458"/>
            <a:ext cx="2164976" cy="829081"/>
          </a:xfrm>
          <a:prstGeom prst="rect">
            <a:avLst/>
          </a:prstGeom>
          <a:solidFill>
            <a:schemeClr val="bg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9529" tIns="49529" rIns="49529" bIns="49529" numCol="1" spcCol="38100" rtlCol="0" anchor="ctr">
            <a:noAutofit/>
          </a:bodyPr>
          <a:lstStyle/>
          <a:p>
            <a:pPr marL="0" marR="0" indent="0" algn="l" defTabSz="990600" rtl="0" fontAlgn="auto" latinLnBrk="0" hangingPunct="0">
              <a:lnSpc>
                <a:spcPct val="100000"/>
              </a:lnSpc>
              <a:spcBef>
                <a:spcPts val="0"/>
              </a:spcBef>
              <a:spcAft>
                <a:spcPts val="0"/>
              </a:spcAft>
              <a:buClrTx/>
              <a:buSzTx/>
              <a:buFontTx/>
              <a:buNone/>
            </a:pPr>
            <a:endParaRPr kumimoji="0" lang="zh-CN" altLang="en-US" sz="195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62" name="文本占位符 22"/>
          <p:cNvSpPr>
            <a:spLocks noGrp="1"/>
          </p:cNvSpPr>
          <p:nvPr>
            <p:ph type="body" sz="quarter" idx="10"/>
          </p:nvPr>
        </p:nvSpPr>
        <p:spPr>
          <a:xfrm>
            <a:off x="1223876" y="2756230"/>
            <a:ext cx="9744253" cy="1248833"/>
          </a:xfrm>
          <a:prstGeom prst="rect">
            <a:avLst/>
          </a:prstGeom>
        </p:spPr>
        <p:txBody>
          <a:bodyPr/>
          <a:lstStyle>
            <a:lvl1pPr marL="0" indent="0" algn="ctr">
              <a:buNone/>
              <a:defRPr sz="4800" b="1"/>
            </a:lvl1pPr>
          </a:lstStyle>
          <a:p>
            <a:pPr lvl="0"/>
            <a:r>
              <a:rPr lang="zh-CN" altLang="en-US" dirty="0"/>
              <a:t>单击此处编辑母版文本样式</a:t>
            </a:r>
          </a:p>
        </p:txBody>
      </p:sp>
      <p:sp>
        <p:nvSpPr>
          <p:cNvPr id="163" name="文本占位符 27"/>
          <p:cNvSpPr>
            <a:spLocks noGrp="1"/>
          </p:cNvSpPr>
          <p:nvPr>
            <p:ph type="body" sz="quarter" idx="12"/>
          </p:nvPr>
        </p:nvSpPr>
        <p:spPr>
          <a:xfrm>
            <a:off x="3023789" y="4005043"/>
            <a:ext cx="6144427" cy="481076"/>
          </a:xfrm>
          <a:prstGeom prst="rect">
            <a:avLst/>
          </a:prstGeom>
        </p:spPr>
        <p:txBody>
          <a:bodyPr anchor="ctr"/>
          <a:lstStyle>
            <a:lvl1pPr marL="0" indent="0" algn="ctr">
              <a:buNone/>
              <a:defRPr sz="2400">
                <a:solidFill>
                  <a:schemeClr val="tx1">
                    <a:lumMod val="50000"/>
                    <a:lumOff val="50000"/>
                  </a:schemeClr>
                </a:solidFill>
              </a:defRPr>
            </a:lvl1pPr>
            <a:lvl2pPr>
              <a:defRPr sz="3200"/>
            </a:lvl2pPr>
            <a:lvl3pPr>
              <a:defRPr sz="2665"/>
            </a:lvl3pPr>
            <a:lvl4pPr>
              <a:defRPr sz="2400"/>
            </a:lvl4pPr>
            <a:lvl5pPr>
              <a:defRPr sz="2400"/>
            </a:lvl5pPr>
          </a:lstStyle>
          <a:p>
            <a:pPr lvl="0"/>
            <a:r>
              <a:rPr lang="zh-CN" altLang="en-US" dirty="0"/>
              <a:t>单击此处编辑母版文本样式</a:t>
            </a:r>
          </a:p>
        </p:txBody>
      </p:sp>
      <p:pic>
        <p:nvPicPr>
          <p:cNvPr id="164" name="图片 3"/>
          <p:cNvPicPr>
            <a:picLocks noChangeAspect="1"/>
          </p:cNvPicPr>
          <p:nvPr userDrawn="1"/>
        </p:nvPicPr>
        <p:blipFill rotWithShape="1">
          <a:blip r:embed="rId3"/>
          <a:srcRect l="63705" r="12267"/>
          <a:stretch>
            <a:fillRect/>
          </a:stretch>
        </p:blipFill>
        <p:spPr>
          <a:xfrm>
            <a:off x="11047313" y="13478"/>
            <a:ext cx="995680" cy="1078721"/>
          </a:xfrm>
          <a:prstGeom prst="rect">
            <a:avLst/>
          </a:prstGeom>
        </p:spPr>
      </p:pic>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2_仅标题空内容">
    <p:spTree>
      <p:nvGrpSpPr>
        <p:cNvPr id="1" name=""/>
        <p:cNvGrpSpPr/>
        <p:nvPr/>
      </p:nvGrpSpPr>
      <p:grpSpPr>
        <a:xfrm>
          <a:off x="0" y="0"/>
          <a:ext cx="0" cy="0"/>
          <a:chOff x="0" y="0"/>
          <a:chExt cx="0" cy="0"/>
        </a:xfrm>
      </p:grpSpPr>
      <p:sp>
        <p:nvSpPr>
          <p:cNvPr id="166" name="标题 1"/>
          <p:cNvSpPr>
            <a:spLocks noGrp="1"/>
          </p:cNvSpPr>
          <p:nvPr>
            <p:ph type="title"/>
          </p:nvPr>
        </p:nvSpPr>
        <p:spPr>
          <a:xfrm>
            <a:off x="335359" y="122216"/>
            <a:ext cx="10314711" cy="658085"/>
          </a:xfrm>
        </p:spPr>
        <p:txBody>
          <a:bodyPr>
            <a:noAutofit/>
          </a:bodyPr>
          <a:lstStyle>
            <a:lvl1pPr algn="l" defTabSz="1218565" rtl="0" eaLnBrk="1" latinLnBrk="0" hangingPunct="1">
              <a:spcBef>
                <a:spcPct val="0"/>
              </a:spcBef>
              <a:buNone/>
              <a:defRPr lang="zh-CN" altLang="en-US" sz="2800" b="1" kern="1200" dirty="0">
                <a:solidFill>
                  <a:srgbClr val="C00000"/>
                </a:solidFill>
                <a:latin typeface="华文细黑" panose="02010600040101010101" pitchFamily="2" charset="-122"/>
                <a:ea typeface="华文细黑" panose="02010600040101010101" pitchFamily="2" charset="-122"/>
                <a:cs typeface="+mj-cs"/>
              </a:defRPr>
            </a:lvl1pPr>
          </a:lstStyle>
          <a:p>
            <a:r>
              <a:rPr lang="zh-CN" altLang="en-US" dirty="0"/>
              <a:t>单击此处编辑母版标题样式</a:t>
            </a:r>
          </a:p>
        </p:txBody>
      </p:sp>
      <p:sp>
        <p:nvSpPr>
          <p:cNvPr id="167" name="矩形 2"/>
          <p:cNvSpPr/>
          <p:nvPr/>
        </p:nvSpPr>
        <p:spPr>
          <a:xfrm>
            <a:off x="11568608" y="6444602"/>
            <a:ext cx="425116" cy="338554"/>
          </a:xfrm>
          <a:prstGeom prst="rect">
            <a:avLst/>
          </a:prstGeom>
        </p:spPr>
        <p:txBody>
          <a:bodyPr wrap="none">
            <a:spAutoFit/>
          </a:bodyPr>
          <a:lstStyle/>
          <a:p>
            <a:pPr defTabSz="1217295"/>
            <a:fld id="{D5DDBE9D-0EAE-4BF9-9976-992BCF72F40A}" type="slidenum">
              <a:rPr lang="zh-CN" altLang="en-US" sz="1600">
                <a:solidFill>
                  <a:prstClr val="black">
                    <a:tint val="75000"/>
                    <a:tint val="75000"/>
                  </a:prstClr>
                </a:solidFill>
              </a:rPr>
              <a:t>‹#›</a:t>
            </a:fld>
            <a:endParaRPr lang="zh-CN" altLang="en-US" sz="1600" dirty="0">
              <a:solidFill>
                <a:prstClr val="black">
                  <a:tint val="75000"/>
                </a:prstClr>
              </a:solidFill>
            </a:endParaRPr>
          </a:p>
        </p:txBody>
      </p:sp>
      <p:pic>
        <p:nvPicPr>
          <p:cNvPr id="168" name="图片 8"/>
          <p:cNvPicPr>
            <a:picLocks noChangeAspect="1"/>
          </p:cNvPicPr>
          <p:nvPr/>
        </p:nvPicPr>
        <p:blipFill rotWithShape="1">
          <a:blip r:embed="rId2" cstate="print"/>
          <a:srcRect/>
          <a:stretch>
            <a:fillRect/>
          </a:stretch>
        </p:blipFill>
        <p:spPr>
          <a:xfrm>
            <a:off x="335359" y="807730"/>
            <a:ext cx="11520001" cy="67235"/>
          </a:xfrm>
          <a:prstGeom prst="rect">
            <a:avLst/>
          </a:prstGeom>
        </p:spPr>
      </p:pic>
      <p:pic>
        <p:nvPicPr>
          <p:cNvPr id="169" name="图片 6"/>
          <p:cNvPicPr>
            <a:picLocks noChangeAspect="1"/>
          </p:cNvPicPr>
          <p:nvPr/>
        </p:nvPicPr>
        <p:blipFill>
          <a:blip r:embed="rId3" cstate="print"/>
          <a:stretch>
            <a:fillRect/>
          </a:stretch>
        </p:blipFill>
        <p:spPr>
          <a:xfrm>
            <a:off x="10771094" y="15229"/>
            <a:ext cx="1367118" cy="877690"/>
          </a:xfrm>
          <a:prstGeom prst="rect">
            <a:avLst/>
          </a:prstGeom>
        </p:spPr>
      </p:pic>
    </p:spTree>
  </p:cSld>
  <p:clrMapOvr>
    <a:masterClrMapping/>
  </p:clrMapOvr>
  <p:transition/>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171" name="图片 5"/>
          <p:cNvPicPr>
            <a:picLocks noChangeAspect="1"/>
          </p:cNvPicPr>
          <p:nvPr userDrawn="1"/>
        </p:nvPicPr>
        <p:blipFill>
          <a:blip r:embed="rId2" cstate="print"/>
          <a:stretch>
            <a:fillRect/>
          </a:stretch>
        </p:blipFill>
        <p:spPr>
          <a:xfrm>
            <a:off x="10771094" y="15229"/>
            <a:ext cx="1367118" cy="877690"/>
          </a:xfrm>
          <a:prstGeom prst="rect">
            <a:avLst/>
          </a:prstGeom>
        </p:spPr>
      </p:pic>
      <p:pic>
        <p:nvPicPr>
          <p:cNvPr id="172" name="图片 6"/>
          <p:cNvPicPr>
            <a:picLocks noChangeAspect="1"/>
          </p:cNvPicPr>
          <p:nvPr userDrawn="1"/>
        </p:nvPicPr>
        <p:blipFill rotWithShape="1">
          <a:blip r:embed="rId3" cstate="print"/>
          <a:srcRect/>
          <a:stretch>
            <a:fillRect/>
          </a:stretch>
        </p:blipFill>
        <p:spPr>
          <a:xfrm>
            <a:off x="335359" y="807730"/>
            <a:ext cx="11520001" cy="67235"/>
          </a:xfrm>
          <a:prstGeom prst="rect">
            <a:avLst/>
          </a:prstGeom>
        </p:spPr>
      </p:pic>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174" name="页脚占位符 3"/>
          <p:cNvSpPr>
            <a:spLocks noGrp="1"/>
          </p:cNvSpPr>
          <p:nvPr>
            <p:ph type="ftr" sz="quarter" idx="11"/>
          </p:nvPr>
        </p:nvSpPr>
        <p:spPr>
          <a:xfrm>
            <a:off x="4115587" y="6363344"/>
            <a:ext cx="3860800" cy="365125"/>
          </a:xfrm>
          <a:prstGeom prst="rect">
            <a:avLst/>
          </a:prstGeom>
        </p:spPr>
        <p:txBody>
          <a:bodyPr vert="horz" lIns="76618" tIns="38309" rIns="76618" bIns="38309" rtlCol="0" anchor="ctr"/>
          <a:lstStyle>
            <a:lvl1pPr>
              <a:defRPr lang="en-US" altLang="zh-CN" smtClean="0">
                <a:solidFill>
                  <a:prstClr val="white">
                    <a:lumMod val="65000"/>
                  </a:prstClr>
                </a:solidFill>
                <a:latin typeface="Calibri" panose="020F0502020204030204"/>
              </a:defRPr>
            </a:lvl1pPr>
          </a:lstStyle>
          <a:p>
            <a:endParaRPr lang="zh-CN" altLang="en-US"/>
          </a:p>
        </p:txBody>
      </p:sp>
      <p:pic>
        <p:nvPicPr>
          <p:cNvPr id="175" name="图片 4"/>
          <p:cNvPicPr>
            <a:picLocks noChangeAspect="1"/>
          </p:cNvPicPr>
          <p:nvPr userDrawn="1"/>
        </p:nvPicPr>
        <p:blipFill rotWithShape="1">
          <a:blip r:embed="rId2" cstate="print"/>
          <a:srcRect/>
          <a:stretch>
            <a:fillRect/>
          </a:stretch>
        </p:blipFill>
        <p:spPr>
          <a:xfrm>
            <a:off x="335359" y="807730"/>
            <a:ext cx="11520001" cy="67235"/>
          </a:xfrm>
          <a:prstGeom prst="rect">
            <a:avLst/>
          </a:prstGeom>
        </p:spPr>
      </p:pic>
      <p:sp>
        <p:nvSpPr>
          <p:cNvPr id="176" name="标题 1"/>
          <p:cNvSpPr>
            <a:spLocks noGrp="1"/>
          </p:cNvSpPr>
          <p:nvPr>
            <p:ph type="title"/>
          </p:nvPr>
        </p:nvSpPr>
        <p:spPr>
          <a:xfrm>
            <a:off x="335359" y="146787"/>
            <a:ext cx="10515600" cy="593710"/>
          </a:xfrm>
          <a:prstGeom prst="rect">
            <a:avLst/>
          </a:prstGeom>
        </p:spPr>
        <p:txBody>
          <a:bodyPr anchor="ctr"/>
          <a:lstStyle>
            <a:lvl1pPr algn="l">
              <a:defRPr sz="2800" b="1">
                <a:solidFill>
                  <a:srgbClr val="C00000"/>
                </a:solidFill>
              </a:defRPr>
            </a:lvl1pPr>
          </a:lstStyle>
          <a:p>
            <a:r>
              <a:rPr lang="zh-CN" altLang="en-US"/>
              <a:t>单击此处编辑母版标题样式</a:t>
            </a:r>
          </a:p>
        </p:txBody>
      </p:sp>
      <p:pic>
        <p:nvPicPr>
          <p:cNvPr id="177" name="图片 6"/>
          <p:cNvPicPr>
            <a:picLocks noChangeAspect="1"/>
          </p:cNvPicPr>
          <p:nvPr userDrawn="1"/>
        </p:nvPicPr>
        <p:blipFill>
          <a:blip r:embed="rId3" cstate="print"/>
          <a:stretch>
            <a:fillRect/>
          </a:stretch>
        </p:blipFill>
        <p:spPr>
          <a:xfrm>
            <a:off x="10771095" y="15229"/>
            <a:ext cx="1367119" cy="877691"/>
          </a:xfrm>
          <a:prstGeom prst="rect">
            <a:avLst/>
          </a:prstGeom>
        </p:spPr>
      </p:pic>
      <p:sp>
        <p:nvSpPr>
          <p:cNvPr id="178" name="矩形 5"/>
          <p:cNvSpPr/>
          <p:nvPr userDrawn="1"/>
        </p:nvSpPr>
        <p:spPr>
          <a:xfrm>
            <a:off x="11568608" y="6444602"/>
            <a:ext cx="425116" cy="338554"/>
          </a:xfrm>
          <a:prstGeom prst="rect">
            <a:avLst/>
          </a:prstGeom>
        </p:spPr>
        <p:txBody>
          <a:bodyPr wrap="none">
            <a:spAutoFit/>
          </a:bodyPr>
          <a:lstStyle/>
          <a:p>
            <a:pPr defTabSz="1217295"/>
            <a:fld id="{D5DDBE9D-0EAE-4BF9-9976-992BCF72F40A}" type="slidenum">
              <a:rPr lang="zh-CN" altLang="en-US" sz="1600">
                <a:solidFill>
                  <a:prstClr val="black">
                    <a:tint val="75000"/>
                    <a:tint val="75000"/>
                  </a:prstClr>
                </a:solidFill>
              </a:rPr>
              <a:t>‹#›</a:t>
            </a:fld>
            <a:endParaRPr lang="zh-CN" altLang="en-US" sz="1600"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180" name="灯片编号占位符 1"/>
          <p:cNvSpPr txBox="1">
            <a:spLocks noChangeArrowheads="1"/>
          </p:cNvSpPr>
          <p:nvPr userDrawn="1"/>
        </p:nvSpPr>
        <p:spPr bwMode="auto">
          <a:xfrm>
            <a:off x="11798300" y="6442075"/>
            <a:ext cx="787400" cy="336550"/>
          </a:xfrm>
          <a:prstGeom prst="rect">
            <a:avLst/>
          </a:prstGeom>
          <a:noFill/>
          <a:ln w="9525">
            <a:noFill/>
            <a:miter lim="800000"/>
          </a:ln>
        </p:spPr>
        <p:txBody>
          <a:bodyPr/>
          <a:lstStyle>
            <a:lvl1pPr>
              <a:defRPr>
                <a:solidFill>
                  <a:schemeClr val="tx1"/>
                </a:solidFill>
                <a:latin typeface="Arial" panose="020B0604020202020204" pitchFamily="34" charset="0"/>
                <a:ea typeface="微软雅黑" panose="020B0503020204020204" charset="-122"/>
              </a:defRPr>
            </a:lvl1pPr>
            <a:lvl2pPr marL="742950" indent="-285750">
              <a:defRPr>
                <a:solidFill>
                  <a:schemeClr val="tx1"/>
                </a:solidFill>
                <a:latin typeface="Arial" panose="020B0604020202020204" pitchFamily="34" charset="0"/>
                <a:ea typeface="微软雅黑" panose="020B0503020204020204" charset="-122"/>
              </a:defRPr>
            </a:lvl2pPr>
            <a:lvl3pPr marL="1143000" indent="-228600">
              <a:defRPr>
                <a:solidFill>
                  <a:schemeClr val="tx1"/>
                </a:solidFill>
                <a:latin typeface="Arial" panose="020B0604020202020204" pitchFamily="34" charset="0"/>
                <a:ea typeface="微软雅黑" panose="020B0503020204020204" charset="-122"/>
              </a:defRPr>
            </a:lvl3pPr>
            <a:lvl4pPr marL="1600200" indent="-228600">
              <a:defRPr>
                <a:solidFill>
                  <a:schemeClr val="tx1"/>
                </a:solidFill>
                <a:latin typeface="Arial" panose="020B0604020202020204" pitchFamily="34" charset="0"/>
                <a:ea typeface="微软雅黑" panose="020B0503020204020204" charset="-122"/>
              </a:defRPr>
            </a:lvl4pPr>
            <a:lvl5pPr marL="2057400" indent="-228600">
              <a:defRPr>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eaLnBrk="1" hangingPunct="1">
              <a:defRPr/>
            </a:pPr>
            <a:fld id="{2DE725AE-F307-4AA2-96FE-096D4F2661C2}" type="slidenum">
              <a:rPr lang="zh-CN" altLang="en-US" sz="1600" smtClean="0">
                <a:solidFill>
                  <a:srgbClr val="7F7F7F"/>
                </a:solidFill>
                <a:latin typeface="微软雅黑" panose="020B0503020204020204" charset="-122"/>
                <a:ea typeface="微软雅黑" panose="020B0503020204020204" charset="-122"/>
              </a:rPr>
              <a:t>‹#›</a:t>
            </a:fld>
            <a:endParaRPr lang="zh-CN" altLang="en-US" sz="1600">
              <a:solidFill>
                <a:srgbClr val="7F7F7F"/>
              </a:solidFill>
              <a:latin typeface="微软雅黑" panose="020B0503020204020204" charset="-122"/>
              <a:ea typeface="微软雅黑" panose="020B0503020204020204" charset="-122"/>
            </a:endParaRPr>
          </a:p>
        </p:txBody>
      </p:sp>
      <p:sp>
        <p:nvSpPr>
          <p:cNvPr id="181" name="标题 11"/>
          <p:cNvSpPr>
            <a:spLocks noGrp="1"/>
          </p:cNvSpPr>
          <p:nvPr>
            <p:ph type="title"/>
          </p:nvPr>
        </p:nvSpPr>
        <p:spPr>
          <a:xfrm>
            <a:off x="334859" y="163789"/>
            <a:ext cx="11145147" cy="591220"/>
          </a:xfrm>
          <a:prstGeom prst="rect">
            <a:avLst/>
          </a:prstGeom>
        </p:spPr>
        <p:txBody>
          <a:bodyPr anchor="ctr">
            <a:normAutofit/>
          </a:bodyPr>
          <a:lstStyle>
            <a:lvl1pPr marL="0" indent="0" algn="l">
              <a:defRPr sz="2400" b="1">
                <a:solidFill>
                  <a:schemeClr val="tx1"/>
                </a:solidFill>
                <a:latin typeface="微软雅黑" panose="020B0503020204020204" charset="-122"/>
                <a:ea typeface="微软雅黑" panose="020B0503020204020204" charset="-122"/>
              </a:defRPr>
            </a:lvl1pPr>
          </a:lstStyle>
          <a:p>
            <a:r>
              <a:rPr lang="zh-CN" altLang="en-US" noProof="1"/>
              <a:t>单击此处编辑母版标题样式</a:t>
            </a:r>
          </a:p>
        </p:txBody>
      </p:sp>
      <p:pic>
        <p:nvPicPr>
          <p:cNvPr id="182" name="图片 5"/>
          <p:cNvPicPr>
            <a:picLocks noChangeAspect="1"/>
          </p:cNvPicPr>
          <p:nvPr userDrawn="1"/>
        </p:nvPicPr>
        <p:blipFill>
          <a:blip r:embed="rId2" cstate="print"/>
          <a:stretch>
            <a:fillRect/>
          </a:stretch>
        </p:blipFill>
        <p:spPr>
          <a:xfrm>
            <a:off x="10771094" y="15229"/>
            <a:ext cx="1367118" cy="877690"/>
          </a:xfrm>
          <a:prstGeom prst="rect">
            <a:avLst/>
          </a:prstGeom>
        </p:spPr>
      </p:pic>
      <p:pic>
        <p:nvPicPr>
          <p:cNvPr id="183" name="图片 6"/>
          <p:cNvPicPr>
            <a:picLocks noChangeAspect="1"/>
          </p:cNvPicPr>
          <p:nvPr userDrawn="1"/>
        </p:nvPicPr>
        <p:blipFill rotWithShape="1">
          <a:blip r:embed="rId3" cstate="print"/>
          <a:srcRect/>
          <a:stretch>
            <a:fillRect/>
          </a:stretch>
        </p:blipFill>
        <p:spPr>
          <a:xfrm>
            <a:off x="335359" y="807730"/>
            <a:ext cx="11520001" cy="672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_仅标题">
    <p:spTree>
      <p:nvGrpSpPr>
        <p:cNvPr id="1" name=""/>
        <p:cNvGrpSpPr/>
        <p:nvPr/>
      </p:nvGrpSpPr>
      <p:grpSpPr>
        <a:xfrm>
          <a:off x="0" y="0"/>
          <a:ext cx="0" cy="0"/>
          <a:chOff x="0" y="0"/>
          <a:chExt cx="0" cy="0"/>
        </a:xfrm>
      </p:grpSpPr>
      <p:sp>
        <p:nvSpPr>
          <p:cNvPr id="185" name="矩形 7"/>
          <p:cNvSpPr/>
          <p:nvPr userDrawn="1"/>
        </p:nvSpPr>
        <p:spPr>
          <a:xfrm>
            <a:off x="1" y="6778625"/>
            <a:ext cx="12192000" cy="79123"/>
          </a:xfrm>
          <a:prstGeom prst="rect">
            <a:avLst/>
          </a:prstGeom>
          <a:solidFill>
            <a:srgbClr val="B013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任意多边形 30"/>
          <p:cNvSpPr/>
          <p:nvPr userDrawn="1"/>
        </p:nvSpPr>
        <p:spPr>
          <a:xfrm rot="10800000">
            <a:off x="0" y="153670"/>
            <a:ext cx="927100" cy="562610"/>
          </a:xfrm>
          <a:custGeom>
            <a:avLst/>
            <a:gdLst>
              <a:gd name="connsiteX0" fmla="*/ 250256 w 808522"/>
              <a:gd name="connsiteY0" fmla="*/ 0 h 510140"/>
              <a:gd name="connsiteX1" fmla="*/ 255070 w 808522"/>
              <a:gd name="connsiteY1" fmla="*/ 0 h 510140"/>
              <a:gd name="connsiteX2" fmla="*/ 808522 w 808522"/>
              <a:gd name="connsiteY2" fmla="*/ 0 h 510140"/>
              <a:gd name="connsiteX3" fmla="*/ 808522 w 808522"/>
              <a:gd name="connsiteY3" fmla="*/ 510139 h 510140"/>
              <a:gd name="connsiteX4" fmla="*/ 255080 w 808522"/>
              <a:gd name="connsiteY4" fmla="*/ 510139 h 510140"/>
              <a:gd name="connsiteX5" fmla="*/ 255070 w 808522"/>
              <a:gd name="connsiteY5" fmla="*/ 510140 h 510140"/>
              <a:gd name="connsiteX6" fmla="*/ 255060 w 808522"/>
              <a:gd name="connsiteY6" fmla="*/ 510139 h 510140"/>
              <a:gd name="connsiteX7" fmla="*/ 250256 w 808522"/>
              <a:gd name="connsiteY7" fmla="*/ 510139 h 510140"/>
              <a:gd name="connsiteX8" fmla="*/ 250256 w 808522"/>
              <a:gd name="connsiteY8" fmla="*/ 509655 h 510140"/>
              <a:gd name="connsiteX9" fmla="*/ 203664 w 808522"/>
              <a:gd name="connsiteY9" fmla="*/ 504958 h 510140"/>
              <a:gd name="connsiteX10" fmla="*/ 0 w 808522"/>
              <a:gd name="connsiteY10" fmla="*/ 255070 h 510140"/>
              <a:gd name="connsiteX11" fmla="*/ 203664 w 808522"/>
              <a:gd name="connsiteY11" fmla="*/ 5182 h 510140"/>
              <a:gd name="connsiteX12" fmla="*/ 250256 w 808522"/>
              <a:gd name="connsiteY12" fmla="*/ 485 h 51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8522" h="510140">
                <a:moveTo>
                  <a:pt x="250256" y="0"/>
                </a:moveTo>
                <a:lnTo>
                  <a:pt x="255070" y="0"/>
                </a:lnTo>
                <a:lnTo>
                  <a:pt x="808522" y="0"/>
                </a:lnTo>
                <a:lnTo>
                  <a:pt x="808522" y="510139"/>
                </a:lnTo>
                <a:lnTo>
                  <a:pt x="255080" y="510139"/>
                </a:lnTo>
                <a:lnTo>
                  <a:pt x="255070" y="510140"/>
                </a:lnTo>
                <a:lnTo>
                  <a:pt x="255060" y="510139"/>
                </a:lnTo>
                <a:lnTo>
                  <a:pt x="250256" y="510139"/>
                </a:lnTo>
                <a:lnTo>
                  <a:pt x="250256" y="509655"/>
                </a:lnTo>
                <a:lnTo>
                  <a:pt x="203664" y="504958"/>
                </a:lnTo>
                <a:cubicBezTo>
                  <a:pt x="87433" y="481174"/>
                  <a:pt x="0" y="378332"/>
                  <a:pt x="0" y="255070"/>
                </a:cubicBezTo>
                <a:cubicBezTo>
                  <a:pt x="0" y="131808"/>
                  <a:pt x="87433" y="28967"/>
                  <a:pt x="203664" y="5182"/>
                </a:cubicBezTo>
                <a:lnTo>
                  <a:pt x="250256" y="485"/>
                </a:lnTo>
                <a:close/>
              </a:path>
            </a:pathLst>
          </a:custGeom>
          <a:solidFill>
            <a:srgbClr val="B013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endParaRPr>
          </a:p>
        </p:txBody>
      </p:sp>
      <p:grpSp>
        <p:nvGrpSpPr>
          <p:cNvPr id="187" name="组合 72"/>
          <p:cNvGrpSpPr/>
          <p:nvPr userDrawn="1"/>
        </p:nvGrpSpPr>
        <p:grpSpPr>
          <a:xfrm>
            <a:off x="64770" y="288925"/>
            <a:ext cx="797560" cy="292100"/>
            <a:chOff x="134014" y="120210"/>
            <a:chExt cx="797395" cy="358475"/>
          </a:xfrm>
        </p:grpSpPr>
        <p:grpSp>
          <p:nvGrpSpPr>
            <p:cNvPr id="188" name="组合 11"/>
            <p:cNvGrpSpPr/>
            <p:nvPr userDrawn="1"/>
          </p:nvGrpSpPr>
          <p:grpSpPr>
            <a:xfrm rot="10800000">
              <a:off x="536460" y="120210"/>
              <a:ext cx="197950" cy="345452"/>
              <a:chOff x="1568920" y="1510748"/>
              <a:chExt cx="870080" cy="611253"/>
            </a:xfrm>
          </p:grpSpPr>
          <p:sp>
            <p:nvSpPr>
              <p:cNvPr id="189" name="等腰三角形 12"/>
              <p:cNvSpPr/>
              <p:nvPr/>
            </p:nvSpPr>
            <p:spPr>
              <a:xfrm>
                <a:off x="1568920" y="1510748"/>
                <a:ext cx="657445" cy="598960"/>
              </a:xfrm>
              <a:prstGeom prst="triangl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294061"/>
                    </a:solidFill>
                  </a:ln>
                </a:endParaRPr>
              </a:p>
            </p:txBody>
          </p:sp>
          <p:sp>
            <p:nvSpPr>
              <p:cNvPr id="190" name="等腰三角形 13"/>
              <p:cNvSpPr/>
              <p:nvPr/>
            </p:nvSpPr>
            <p:spPr>
              <a:xfrm>
                <a:off x="1781555" y="1510749"/>
                <a:ext cx="657445" cy="598960"/>
              </a:xfrm>
              <a:prstGeom prst="triangl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1" name="椭圆 50"/>
              <p:cNvSpPr/>
              <p:nvPr userDrawn="1"/>
            </p:nvSpPr>
            <p:spPr>
              <a:xfrm>
                <a:off x="2194718" y="2096521"/>
                <a:ext cx="47471" cy="25480"/>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2" name="椭圆 51"/>
              <p:cNvSpPr/>
              <p:nvPr userDrawn="1"/>
            </p:nvSpPr>
            <p:spPr>
              <a:xfrm>
                <a:off x="1771216" y="2096521"/>
                <a:ext cx="47471" cy="25480"/>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93" name="弧形 3"/>
            <p:cNvSpPr/>
            <p:nvPr userDrawn="1"/>
          </p:nvSpPr>
          <p:spPr>
            <a:xfrm rot="16200000" flipH="1">
              <a:off x="140595" y="178124"/>
              <a:ext cx="339940" cy="237540"/>
            </a:xfrm>
            <a:prstGeom prst="arc">
              <a:avLst>
                <a:gd name="adj1" fmla="val 10780126"/>
                <a:gd name="adj2" fmla="val 89228"/>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94" name="组合 35"/>
            <p:cNvGrpSpPr/>
            <p:nvPr userDrawn="1"/>
          </p:nvGrpSpPr>
          <p:grpSpPr>
            <a:xfrm>
              <a:off x="322389" y="126154"/>
              <a:ext cx="208800" cy="352531"/>
              <a:chOff x="456952" y="318476"/>
              <a:chExt cx="186839" cy="218150"/>
            </a:xfrm>
          </p:grpSpPr>
          <p:cxnSp>
            <p:nvCxnSpPr>
              <p:cNvPr id="195" name="直接连接符 2"/>
              <p:cNvCxnSpPr/>
              <p:nvPr userDrawn="1"/>
            </p:nvCxnSpPr>
            <p:spPr>
              <a:xfrm>
                <a:off x="529442" y="348622"/>
                <a:ext cx="0" cy="1880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6" name="直接连接符 21"/>
              <p:cNvCxnSpPr/>
              <p:nvPr userDrawn="1"/>
            </p:nvCxnSpPr>
            <p:spPr>
              <a:xfrm>
                <a:off x="569639" y="348622"/>
                <a:ext cx="0" cy="1880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7" name="直接连接符 22"/>
              <p:cNvCxnSpPr/>
              <p:nvPr userDrawn="1"/>
            </p:nvCxnSpPr>
            <p:spPr>
              <a:xfrm rot="5400000">
                <a:off x="550372" y="255201"/>
                <a:ext cx="0" cy="1868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8" name="椭圆 24"/>
              <p:cNvSpPr/>
              <p:nvPr userDrawn="1"/>
            </p:nvSpPr>
            <p:spPr>
              <a:xfrm rot="10800000">
                <a:off x="560832" y="340530"/>
                <a:ext cx="15082" cy="16052"/>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椭圆 25"/>
              <p:cNvSpPr/>
              <p:nvPr userDrawn="1"/>
            </p:nvSpPr>
            <p:spPr>
              <a:xfrm rot="10800000">
                <a:off x="522384" y="340530"/>
                <a:ext cx="15082" cy="16052"/>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0" name="直接连接符 29"/>
              <p:cNvCxnSpPr/>
              <p:nvPr userDrawn="1"/>
            </p:nvCxnSpPr>
            <p:spPr>
              <a:xfrm rot="5400000">
                <a:off x="546702" y="229911"/>
                <a:ext cx="0" cy="17713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01" name="组合 70"/>
            <p:cNvGrpSpPr/>
            <p:nvPr userDrawn="1"/>
          </p:nvGrpSpPr>
          <p:grpSpPr>
            <a:xfrm>
              <a:off x="688251" y="352685"/>
              <a:ext cx="181897" cy="126000"/>
              <a:chOff x="685870" y="368399"/>
              <a:chExt cx="181897" cy="111962"/>
            </a:xfrm>
          </p:grpSpPr>
          <p:cxnSp>
            <p:nvCxnSpPr>
              <p:cNvPr id="202" name="直接连接符 40"/>
              <p:cNvCxnSpPr/>
              <p:nvPr userDrawn="1"/>
            </p:nvCxnSpPr>
            <p:spPr>
              <a:xfrm rot="-180000" flipH="1">
                <a:off x="685870"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3" name="直接连接符 44"/>
              <p:cNvCxnSpPr/>
              <p:nvPr userDrawn="1"/>
            </p:nvCxnSpPr>
            <p:spPr>
              <a:xfrm rot="-180000" flipH="1">
                <a:off x="723466"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4" name="直接连接符 45"/>
              <p:cNvCxnSpPr/>
              <p:nvPr userDrawn="1"/>
            </p:nvCxnSpPr>
            <p:spPr>
              <a:xfrm rot="-180000" flipH="1">
                <a:off x="761062"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5" name="直接连接符 46"/>
              <p:cNvCxnSpPr/>
              <p:nvPr userDrawn="1"/>
            </p:nvCxnSpPr>
            <p:spPr>
              <a:xfrm flipH="1">
                <a:off x="807615" y="368399"/>
                <a:ext cx="14400" cy="564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6" name="直接连接符 47"/>
              <p:cNvCxnSpPr/>
              <p:nvPr userDrawn="1"/>
            </p:nvCxnSpPr>
            <p:spPr>
              <a:xfrm rot="21480000">
                <a:off x="757650" y="374774"/>
                <a:ext cx="2909" cy="1048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7" name="直接连接符 53"/>
              <p:cNvCxnSpPr/>
              <p:nvPr userDrawn="1"/>
            </p:nvCxnSpPr>
            <p:spPr>
              <a:xfrm rot="-180000" flipH="1">
                <a:off x="832493"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8" name="直接连接符 54"/>
              <p:cNvCxnSpPr/>
              <p:nvPr userDrawn="1"/>
            </p:nvCxnSpPr>
            <p:spPr>
              <a:xfrm flipH="1">
                <a:off x="793804" y="478799"/>
                <a:ext cx="43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9" name="直接连接符 67"/>
              <p:cNvCxnSpPr/>
              <p:nvPr userDrawn="1"/>
            </p:nvCxnSpPr>
            <p:spPr>
              <a:xfrm flipH="1">
                <a:off x="817616" y="372561"/>
                <a:ext cx="43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0" name="弧形 73"/>
            <p:cNvSpPr/>
            <p:nvPr userDrawn="1"/>
          </p:nvSpPr>
          <p:spPr>
            <a:xfrm rot="16200000" flipH="1">
              <a:off x="82814" y="178124"/>
              <a:ext cx="339940" cy="237540"/>
            </a:xfrm>
            <a:prstGeom prst="arc">
              <a:avLst>
                <a:gd name="adj1" fmla="val 11867292"/>
                <a:gd name="adj2" fmla="val 20230612"/>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11" name="直接连接符 69"/>
            <p:cNvCxnSpPr/>
            <p:nvPr userDrawn="1"/>
          </p:nvCxnSpPr>
          <p:spPr>
            <a:xfrm flipV="1">
              <a:off x="211409" y="347662"/>
              <a:ext cx="720000" cy="0"/>
            </a:xfrm>
            <a:prstGeom prst="line">
              <a:avLst/>
            </a:prstGeom>
            <a:solidFill>
              <a:srgbClr val="B01319"/>
            </a:solidFill>
            <a:ln w="12700">
              <a:solidFill>
                <a:srgbClr val="B01319"/>
              </a:solidFill>
            </a:ln>
          </p:spPr>
          <p:style>
            <a:lnRef idx="1">
              <a:schemeClr val="accent1"/>
            </a:lnRef>
            <a:fillRef idx="0">
              <a:schemeClr val="accent1"/>
            </a:fillRef>
            <a:effectRef idx="0">
              <a:schemeClr val="accent1"/>
            </a:effectRef>
            <a:fontRef idx="minor">
              <a:schemeClr val="tx1"/>
            </a:fontRef>
          </p:style>
        </p:cxnSp>
      </p:grpSp>
      <p:sp>
        <p:nvSpPr>
          <p:cNvPr id="212" name="标题占位符 1"/>
          <p:cNvSpPr>
            <a:spLocks noGrp="1"/>
          </p:cNvSpPr>
          <p:nvPr>
            <p:ph type="title"/>
          </p:nvPr>
        </p:nvSpPr>
        <p:spPr>
          <a:xfrm>
            <a:off x="1068980" y="191412"/>
            <a:ext cx="10515600" cy="482173"/>
          </a:xfrm>
          <a:prstGeom prst="rect">
            <a:avLst/>
          </a:prstGeom>
        </p:spPr>
        <p:txBody>
          <a:bodyPr vert="horz" lIns="91440" tIns="45720" rIns="91440" bIns="45720" rtlCol="0" anchor="ctr">
            <a:noAutofit/>
          </a:bodyPr>
          <a:lstStyle>
            <a:lvl1pPr>
              <a:defRPr sz="2400">
                <a:latin typeface="微软雅黑" panose="020B0503020204020204" charset="-122"/>
                <a:ea typeface="微软雅黑" panose="020B0503020204020204" charset="-122"/>
              </a:defRPr>
            </a:lvl1pPr>
          </a:lstStyle>
          <a:p>
            <a:r>
              <a:rPr lang="zh-CN" altLang="en-US"/>
              <a:t>单击此处编辑母版标题样式</a:t>
            </a:r>
          </a:p>
        </p:txBody>
      </p:sp>
      <p:pic>
        <p:nvPicPr>
          <p:cNvPr id="213" name="图片 31"/>
          <p:cNvPicPr>
            <a:picLocks noChangeAspect="1"/>
          </p:cNvPicPr>
          <p:nvPr userDrawn="1"/>
        </p:nvPicPr>
        <p:blipFill>
          <a:blip r:embed="rId2" cstate="print"/>
          <a:stretch>
            <a:fillRect/>
          </a:stretch>
        </p:blipFill>
        <p:spPr>
          <a:xfrm>
            <a:off x="10771094" y="15229"/>
            <a:ext cx="1367118" cy="877690"/>
          </a:xfrm>
          <a:prstGeom prst="rect">
            <a:avLst/>
          </a:prstGeom>
        </p:spPr>
      </p:pic>
      <p:pic>
        <p:nvPicPr>
          <p:cNvPr id="214" name="图片 32"/>
          <p:cNvPicPr>
            <a:picLocks noChangeAspect="1"/>
          </p:cNvPicPr>
          <p:nvPr userDrawn="1"/>
        </p:nvPicPr>
        <p:blipFill rotWithShape="1">
          <a:blip r:embed="rId3" cstate="print"/>
          <a:srcRect/>
          <a:stretch>
            <a:fillRect/>
          </a:stretch>
        </p:blipFill>
        <p:spPr>
          <a:xfrm>
            <a:off x="335359" y="807730"/>
            <a:ext cx="11520001" cy="67235"/>
          </a:xfrm>
          <a:prstGeom prst="rect">
            <a:avLst/>
          </a:prstGeom>
        </p:spPr>
      </p:pic>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2_仅标题">
    <p:spTree>
      <p:nvGrpSpPr>
        <p:cNvPr id="1" name=""/>
        <p:cNvGrpSpPr/>
        <p:nvPr/>
      </p:nvGrpSpPr>
      <p:grpSpPr>
        <a:xfrm>
          <a:off x="0" y="0"/>
          <a:ext cx="0" cy="0"/>
          <a:chOff x="0" y="0"/>
          <a:chExt cx="0" cy="0"/>
        </a:xfrm>
      </p:grpSpPr>
      <p:sp>
        <p:nvSpPr>
          <p:cNvPr id="216" name="矩形 7"/>
          <p:cNvSpPr/>
          <p:nvPr userDrawn="1"/>
        </p:nvSpPr>
        <p:spPr>
          <a:xfrm>
            <a:off x="1" y="6778625"/>
            <a:ext cx="12192000" cy="79123"/>
          </a:xfrm>
          <a:prstGeom prst="rect">
            <a:avLst/>
          </a:prstGeom>
          <a:solidFill>
            <a:srgbClr val="B013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任意多边形 30"/>
          <p:cNvSpPr/>
          <p:nvPr userDrawn="1"/>
        </p:nvSpPr>
        <p:spPr>
          <a:xfrm rot="10800000">
            <a:off x="0" y="153670"/>
            <a:ext cx="927100" cy="562610"/>
          </a:xfrm>
          <a:custGeom>
            <a:avLst/>
            <a:gdLst>
              <a:gd name="connsiteX0" fmla="*/ 250256 w 808522"/>
              <a:gd name="connsiteY0" fmla="*/ 0 h 510140"/>
              <a:gd name="connsiteX1" fmla="*/ 255070 w 808522"/>
              <a:gd name="connsiteY1" fmla="*/ 0 h 510140"/>
              <a:gd name="connsiteX2" fmla="*/ 808522 w 808522"/>
              <a:gd name="connsiteY2" fmla="*/ 0 h 510140"/>
              <a:gd name="connsiteX3" fmla="*/ 808522 w 808522"/>
              <a:gd name="connsiteY3" fmla="*/ 510139 h 510140"/>
              <a:gd name="connsiteX4" fmla="*/ 255080 w 808522"/>
              <a:gd name="connsiteY4" fmla="*/ 510139 h 510140"/>
              <a:gd name="connsiteX5" fmla="*/ 255070 w 808522"/>
              <a:gd name="connsiteY5" fmla="*/ 510140 h 510140"/>
              <a:gd name="connsiteX6" fmla="*/ 255060 w 808522"/>
              <a:gd name="connsiteY6" fmla="*/ 510139 h 510140"/>
              <a:gd name="connsiteX7" fmla="*/ 250256 w 808522"/>
              <a:gd name="connsiteY7" fmla="*/ 510139 h 510140"/>
              <a:gd name="connsiteX8" fmla="*/ 250256 w 808522"/>
              <a:gd name="connsiteY8" fmla="*/ 509655 h 510140"/>
              <a:gd name="connsiteX9" fmla="*/ 203664 w 808522"/>
              <a:gd name="connsiteY9" fmla="*/ 504958 h 510140"/>
              <a:gd name="connsiteX10" fmla="*/ 0 w 808522"/>
              <a:gd name="connsiteY10" fmla="*/ 255070 h 510140"/>
              <a:gd name="connsiteX11" fmla="*/ 203664 w 808522"/>
              <a:gd name="connsiteY11" fmla="*/ 5182 h 510140"/>
              <a:gd name="connsiteX12" fmla="*/ 250256 w 808522"/>
              <a:gd name="connsiteY12" fmla="*/ 485 h 51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8522" h="510140">
                <a:moveTo>
                  <a:pt x="250256" y="0"/>
                </a:moveTo>
                <a:lnTo>
                  <a:pt x="255070" y="0"/>
                </a:lnTo>
                <a:lnTo>
                  <a:pt x="808522" y="0"/>
                </a:lnTo>
                <a:lnTo>
                  <a:pt x="808522" y="510139"/>
                </a:lnTo>
                <a:lnTo>
                  <a:pt x="255080" y="510139"/>
                </a:lnTo>
                <a:lnTo>
                  <a:pt x="255070" y="510140"/>
                </a:lnTo>
                <a:lnTo>
                  <a:pt x="255060" y="510139"/>
                </a:lnTo>
                <a:lnTo>
                  <a:pt x="250256" y="510139"/>
                </a:lnTo>
                <a:lnTo>
                  <a:pt x="250256" y="509655"/>
                </a:lnTo>
                <a:lnTo>
                  <a:pt x="203664" y="504958"/>
                </a:lnTo>
                <a:cubicBezTo>
                  <a:pt x="87433" y="481174"/>
                  <a:pt x="0" y="378332"/>
                  <a:pt x="0" y="255070"/>
                </a:cubicBezTo>
                <a:cubicBezTo>
                  <a:pt x="0" y="131808"/>
                  <a:pt x="87433" y="28967"/>
                  <a:pt x="203664" y="5182"/>
                </a:cubicBezTo>
                <a:lnTo>
                  <a:pt x="250256" y="485"/>
                </a:lnTo>
                <a:close/>
              </a:path>
            </a:pathLst>
          </a:custGeom>
          <a:solidFill>
            <a:srgbClr val="B013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endParaRPr>
          </a:p>
        </p:txBody>
      </p:sp>
      <p:grpSp>
        <p:nvGrpSpPr>
          <p:cNvPr id="218" name="组合 72"/>
          <p:cNvGrpSpPr/>
          <p:nvPr userDrawn="1"/>
        </p:nvGrpSpPr>
        <p:grpSpPr>
          <a:xfrm>
            <a:off x="64770" y="288925"/>
            <a:ext cx="797560" cy="292100"/>
            <a:chOff x="134014" y="120210"/>
            <a:chExt cx="797395" cy="358475"/>
          </a:xfrm>
        </p:grpSpPr>
        <p:grpSp>
          <p:nvGrpSpPr>
            <p:cNvPr id="219" name="组合 11"/>
            <p:cNvGrpSpPr/>
            <p:nvPr userDrawn="1"/>
          </p:nvGrpSpPr>
          <p:grpSpPr>
            <a:xfrm rot="10800000">
              <a:off x="536460" y="120210"/>
              <a:ext cx="197950" cy="345452"/>
              <a:chOff x="1568920" y="1510748"/>
              <a:chExt cx="870080" cy="611253"/>
            </a:xfrm>
          </p:grpSpPr>
          <p:sp>
            <p:nvSpPr>
              <p:cNvPr id="220" name="等腰三角形 12"/>
              <p:cNvSpPr/>
              <p:nvPr/>
            </p:nvSpPr>
            <p:spPr>
              <a:xfrm>
                <a:off x="1568920" y="1510748"/>
                <a:ext cx="657445" cy="598960"/>
              </a:xfrm>
              <a:prstGeom prst="triangl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294061"/>
                    </a:solidFill>
                  </a:ln>
                </a:endParaRPr>
              </a:p>
            </p:txBody>
          </p:sp>
          <p:sp>
            <p:nvSpPr>
              <p:cNvPr id="221" name="等腰三角形 13"/>
              <p:cNvSpPr/>
              <p:nvPr/>
            </p:nvSpPr>
            <p:spPr>
              <a:xfrm>
                <a:off x="1781555" y="1510749"/>
                <a:ext cx="657445" cy="598960"/>
              </a:xfrm>
              <a:prstGeom prst="triangl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2" name="椭圆 50"/>
              <p:cNvSpPr/>
              <p:nvPr userDrawn="1"/>
            </p:nvSpPr>
            <p:spPr>
              <a:xfrm>
                <a:off x="2194718" y="2096521"/>
                <a:ext cx="47471" cy="25480"/>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3" name="椭圆 51"/>
              <p:cNvSpPr/>
              <p:nvPr userDrawn="1"/>
            </p:nvSpPr>
            <p:spPr>
              <a:xfrm>
                <a:off x="1771216" y="2096521"/>
                <a:ext cx="47471" cy="25480"/>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24" name="弧形 3"/>
            <p:cNvSpPr/>
            <p:nvPr userDrawn="1"/>
          </p:nvSpPr>
          <p:spPr>
            <a:xfrm rot="16200000" flipH="1">
              <a:off x="140595" y="178124"/>
              <a:ext cx="339940" cy="237540"/>
            </a:xfrm>
            <a:prstGeom prst="arc">
              <a:avLst>
                <a:gd name="adj1" fmla="val 10780126"/>
                <a:gd name="adj2" fmla="val 89228"/>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25" name="组合 35"/>
            <p:cNvGrpSpPr/>
            <p:nvPr userDrawn="1"/>
          </p:nvGrpSpPr>
          <p:grpSpPr>
            <a:xfrm>
              <a:off x="322389" y="126154"/>
              <a:ext cx="208800" cy="352531"/>
              <a:chOff x="456952" y="318476"/>
              <a:chExt cx="186839" cy="218150"/>
            </a:xfrm>
          </p:grpSpPr>
          <p:cxnSp>
            <p:nvCxnSpPr>
              <p:cNvPr id="226" name="直接连接符 2"/>
              <p:cNvCxnSpPr/>
              <p:nvPr userDrawn="1"/>
            </p:nvCxnSpPr>
            <p:spPr>
              <a:xfrm>
                <a:off x="529442" y="348622"/>
                <a:ext cx="0" cy="1880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7" name="直接连接符 21"/>
              <p:cNvCxnSpPr/>
              <p:nvPr userDrawn="1"/>
            </p:nvCxnSpPr>
            <p:spPr>
              <a:xfrm>
                <a:off x="569639" y="348622"/>
                <a:ext cx="0" cy="1880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8" name="直接连接符 22"/>
              <p:cNvCxnSpPr/>
              <p:nvPr userDrawn="1"/>
            </p:nvCxnSpPr>
            <p:spPr>
              <a:xfrm rot="5400000">
                <a:off x="550372" y="255201"/>
                <a:ext cx="0" cy="18683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9" name="椭圆 24"/>
              <p:cNvSpPr/>
              <p:nvPr userDrawn="1"/>
            </p:nvSpPr>
            <p:spPr>
              <a:xfrm rot="10800000">
                <a:off x="560832" y="340530"/>
                <a:ext cx="15082" cy="16052"/>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椭圆 25"/>
              <p:cNvSpPr/>
              <p:nvPr userDrawn="1"/>
            </p:nvSpPr>
            <p:spPr>
              <a:xfrm rot="10800000">
                <a:off x="522384" y="340530"/>
                <a:ext cx="15082" cy="16052"/>
              </a:xfrm>
              <a:prstGeom prst="ellipse">
                <a:avLst/>
              </a:prstGeom>
              <a:solidFill>
                <a:srgbClr val="B01319"/>
              </a:solidFill>
              <a:ln w="12700">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1" name="直接连接符 29"/>
              <p:cNvCxnSpPr/>
              <p:nvPr userDrawn="1"/>
            </p:nvCxnSpPr>
            <p:spPr>
              <a:xfrm rot="5400000">
                <a:off x="546702" y="229911"/>
                <a:ext cx="0" cy="17713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32" name="组合 70"/>
            <p:cNvGrpSpPr/>
            <p:nvPr userDrawn="1"/>
          </p:nvGrpSpPr>
          <p:grpSpPr>
            <a:xfrm>
              <a:off x="688251" y="352685"/>
              <a:ext cx="181897" cy="126000"/>
              <a:chOff x="685870" y="368399"/>
              <a:chExt cx="181897" cy="111962"/>
            </a:xfrm>
          </p:grpSpPr>
          <p:cxnSp>
            <p:nvCxnSpPr>
              <p:cNvPr id="233" name="直接连接符 40"/>
              <p:cNvCxnSpPr/>
              <p:nvPr userDrawn="1"/>
            </p:nvCxnSpPr>
            <p:spPr>
              <a:xfrm rot="-180000" flipH="1">
                <a:off x="685870"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4" name="直接连接符 44"/>
              <p:cNvCxnSpPr/>
              <p:nvPr userDrawn="1"/>
            </p:nvCxnSpPr>
            <p:spPr>
              <a:xfrm rot="-180000" flipH="1">
                <a:off x="723466"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5" name="直接连接符 45"/>
              <p:cNvCxnSpPr/>
              <p:nvPr userDrawn="1"/>
            </p:nvCxnSpPr>
            <p:spPr>
              <a:xfrm rot="-180000" flipH="1">
                <a:off x="761062"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6" name="直接连接符 46"/>
              <p:cNvCxnSpPr/>
              <p:nvPr userDrawn="1"/>
            </p:nvCxnSpPr>
            <p:spPr>
              <a:xfrm flipH="1">
                <a:off x="807615" y="368399"/>
                <a:ext cx="14400" cy="564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7" name="直接连接符 47"/>
              <p:cNvCxnSpPr/>
              <p:nvPr userDrawn="1"/>
            </p:nvCxnSpPr>
            <p:spPr>
              <a:xfrm rot="21480000">
                <a:off x="757650" y="374774"/>
                <a:ext cx="2909" cy="1048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8" name="直接连接符 53"/>
              <p:cNvCxnSpPr/>
              <p:nvPr userDrawn="1"/>
            </p:nvCxnSpPr>
            <p:spPr>
              <a:xfrm rot="-180000" flipH="1">
                <a:off x="832493" y="369246"/>
                <a:ext cx="35274" cy="1111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9" name="直接连接符 54"/>
              <p:cNvCxnSpPr/>
              <p:nvPr userDrawn="1"/>
            </p:nvCxnSpPr>
            <p:spPr>
              <a:xfrm flipH="1">
                <a:off x="793804" y="478799"/>
                <a:ext cx="43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0" name="直接连接符 67"/>
              <p:cNvCxnSpPr/>
              <p:nvPr userDrawn="1"/>
            </p:nvCxnSpPr>
            <p:spPr>
              <a:xfrm flipH="1">
                <a:off x="817616" y="372561"/>
                <a:ext cx="43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41" name="弧形 73"/>
            <p:cNvSpPr/>
            <p:nvPr userDrawn="1"/>
          </p:nvSpPr>
          <p:spPr>
            <a:xfrm rot="16200000" flipH="1">
              <a:off x="82814" y="178124"/>
              <a:ext cx="339940" cy="237540"/>
            </a:xfrm>
            <a:prstGeom prst="arc">
              <a:avLst>
                <a:gd name="adj1" fmla="val 11867292"/>
                <a:gd name="adj2" fmla="val 20230612"/>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42" name="直接连接符 69"/>
            <p:cNvCxnSpPr/>
            <p:nvPr userDrawn="1"/>
          </p:nvCxnSpPr>
          <p:spPr>
            <a:xfrm flipV="1">
              <a:off x="211409" y="347662"/>
              <a:ext cx="720000" cy="0"/>
            </a:xfrm>
            <a:prstGeom prst="line">
              <a:avLst/>
            </a:prstGeom>
            <a:solidFill>
              <a:srgbClr val="B01319"/>
            </a:solidFill>
            <a:ln w="12700">
              <a:solidFill>
                <a:srgbClr val="B01319"/>
              </a:solidFill>
            </a:ln>
          </p:spPr>
          <p:style>
            <a:lnRef idx="1">
              <a:schemeClr val="accent1"/>
            </a:lnRef>
            <a:fillRef idx="0">
              <a:schemeClr val="accent1"/>
            </a:fillRef>
            <a:effectRef idx="0">
              <a:schemeClr val="accent1"/>
            </a:effectRef>
            <a:fontRef idx="minor">
              <a:schemeClr val="tx1"/>
            </a:fontRef>
          </p:style>
        </p:cxnSp>
      </p:grpSp>
      <p:pic>
        <p:nvPicPr>
          <p:cNvPr id="243" name="图片 28"/>
          <p:cNvPicPr>
            <a:picLocks noChangeAspect="1"/>
          </p:cNvPicPr>
          <p:nvPr userDrawn="1"/>
        </p:nvPicPr>
        <p:blipFill>
          <a:blip r:embed="rId2" cstate="print"/>
          <a:stretch>
            <a:fillRect/>
          </a:stretch>
        </p:blipFill>
        <p:spPr>
          <a:xfrm>
            <a:off x="10771094" y="15229"/>
            <a:ext cx="1367118" cy="877690"/>
          </a:xfrm>
          <a:prstGeom prst="rect">
            <a:avLst/>
          </a:prstGeom>
        </p:spPr>
      </p:pic>
      <p:pic>
        <p:nvPicPr>
          <p:cNvPr id="244" name="图片 31"/>
          <p:cNvPicPr>
            <a:picLocks noChangeAspect="1"/>
          </p:cNvPicPr>
          <p:nvPr userDrawn="1"/>
        </p:nvPicPr>
        <p:blipFill rotWithShape="1">
          <a:blip r:embed="rId3" cstate="print"/>
          <a:srcRect/>
          <a:stretch>
            <a:fillRect/>
          </a:stretch>
        </p:blipFill>
        <p:spPr>
          <a:xfrm>
            <a:off x="335359" y="807730"/>
            <a:ext cx="11520001" cy="67235"/>
          </a:xfrm>
          <a:prstGeom prst="rect">
            <a:avLst/>
          </a:prstGeom>
        </p:spPr>
      </p:pic>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250" name="图片 1"/>
          <p:cNvPicPr>
            <a:picLocks noChangeAspect="1" noChangeArrowheads="1"/>
          </p:cNvPicPr>
          <p:nvPr userDrawn="1"/>
        </p:nvPicPr>
        <p:blipFill>
          <a:blip r:embed="rId2"/>
          <a:srcRect/>
          <a:stretch>
            <a:fillRect/>
          </a:stretch>
        </p:blipFill>
        <p:spPr bwMode="auto">
          <a:xfrm>
            <a:off x="0" y="2266950"/>
            <a:ext cx="8867775" cy="4591050"/>
          </a:xfrm>
          <a:prstGeom prst="rect">
            <a:avLst/>
          </a:prstGeom>
          <a:noFill/>
          <a:ln>
            <a:noFill/>
          </a:ln>
        </p:spPr>
      </p:pic>
      <p:sp>
        <p:nvSpPr>
          <p:cNvPr id="251" name="文本占位符 22"/>
          <p:cNvSpPr>
            <a:spLocks noGrp="1"/>
          </p:cNvSpPr>
          <p:nvPr>
            <p:ph type="body" sz="quarter" idx="10"/>
          </p:nvPr>
        </p:nvSpPr>
        <p:spPr>
          <a:xfrm>
            <a:off x="1223874" y="2756213"/>
            <a:ext cx="9744253" cy="1248833"/>
          </a:xfrm>
          <a:prstGeom prst="rect">
            <a:avLst/>
          </a:prstGeom>
        </p:spPr>
        <p:txBody>
          <a:bodyPr/>
          <a:lstStyle>
            <a:lvl1pPr marL="0" indent="0" algn="ctr">
              <a:buNone/>
              <a:defRPr sz="4800" b="1">
                <a:latin typeface="微软雅黑" panose="020B0503020204020204" charset="-122"/>
              </a:defRPr>
            </a:lvl1pPr>
          </a:lstStyle>
          <a:p>
            <a:pPr lvl="0"/>
            <a:r>
              <a:rPr lang="zh-CN" altLang="en-US" noProof="1"/>
              <a:t>单击此处编辑母版文本样式</a:t>
            </a:r>
          </a:p>
        </p:txBody>
      </p:sp>
      <p:sp>
        <p:nvSpPr>
          <p:cNvPr id="252" name="文本占位符 27"/>
          <p:cNvSpPr>
            <a:spLocks noGrp="1"/>
          </p:cNvSpPr>
          <p:nvPr>
            <p:ph type="body" sz="quarter" idx="12"/>
          </p:nvPr>
        </p:nvSpPr>
        <p:spPr>
          <a:xfrm>
            <a:off x="3023787" y="4005043"/>
            <a:ext cx="6144427" cy="481076"/>
          </a:xfrm>
          <a:prstGeom prst="rect">
            <a:avLst/>
          </a:prstGeom>
        </p:spPr>
        <p:txBody>
          <a:bodyPr anchor="ctr"/>
          <a:lstStyle>
            <a:lvl1pPr marL="0" indent="0" algn="ctr">
              <a:buNone/>
              <a:defRPr sz="2400">
                <a:solidFill>
                  <a:schemeClr val="tx1">
                    <a:lumMod val="50000"/>
                    <a:lumOff val="50000"/>
                  </a:schemeClr>
                </a:solidFill>
                <a:latin typeface="微软雅黑" panose="020B0503020204020204" charset="-122"/>
              </a:defRPr>
            </a:lvl1pPr>
            <a:lvl2pPr>
              <a:defRPr sz="3200"/>
            </a:lvl2pPr>
            <a:lvl3pPr>
              <a:defRPr sz="2665"/>
            </a:lvl3pPr>
            <a:lvl4pPr>
              <a:defRPr sz="2400"/>
            </a:lvl4pPr>
            <a:lvl5pPr>
              <a:defRPr sz="2400"/>
            </a:lvl5pPr>
          </a:lstStyle>
          <a:p>
            <a:pPr lvl="0"/>
            <a:r>
              <a:rPr lang="zh-CN" altLang="en-US" noProof="1"/>
              <a:t>单击此处编辑母版文本样式</a:t>
            </a:r>
          </a:p>
        </p:txBody>
      </p:sp>
      <p:pic>
        <p:nvPicPr>
          <p:cNvPr id="253" name="图片 2"/>
          <p:cNvPicPr>
            <a:picLocks noChangeAspect="1"/>
          </p:cNvPicPr>
          <p:nvPr userDrawn="1"/>
        </p:nvPicPr>
        <p:blipFill>
          <a:blip r:embed="rId3" cstate="print"/>
          <a:stretch>
            <a:fillRect/>
          </a:stretch>
        </p:blipFill>
        <p:spPr>
          <a:xfrm>
            <a:off x="161926" y="157006"/>
            <a:ext cx="3117381" cy="1147763"/>
          </a:xfrm>
          <a:prstGeom prst="rect">
            <a:avLst/>
          </a:prstGeom>
        </p:spPr>
      </p:pic>
      <p:pic>
        <p:nvPicPr>
          <p:cNvPr id="254" name="图片 9"/>
          <p:cNvPicPr>
            <a:picLocks noChangeAspect="1" noChangeArrowheads="1"/>
          </p:cNvPicPr>
          <p:nvPr userDrawn="1"/>
        </p:nvPicPr>
        <p:blipFill>
          <a:blip r:embed="rId4"/>
          <a:srcRect/>
          <a:stretch>
            <a:fillRect/>
          </a:stretch>
        </p:blipFill>
        <p:spPr bwMode="auto">
          <a:xfrm>
            <a:off x="11200456" y="314198"/>
            <a:ext cx="889000" cy="544512"/>
          </a:xfrm>
          <a:prstGeom prst="rect">
            <a:avLst/>
          </a:prstGeom>
          <a:solidFill>
            <a:schemeClr val="bg1"/>
          </a:solidFill>
          <a:ln>
            <a:noFill/>
          </a:ln>
        </p:spPr>
      </p:pic>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2_仅标题空内容">
    <p:spTree>
      <p:nvGrpSpPr>
        <p:cNvPr id="1" name=""/>
        <p:cNvGrpSpPr/>
        <p:nvPr/>
      </p:nvGrpSpPr>
      <p:grpSpPr>
        <a:xfrm>
          <a:off x="0" y="0"/>
          <a:ext cx="0" cy="0"/>
          <a:chOff x="0" y="0"/>
          <a:chExt cx="0" cy="0"/>
        </a:xfrm>
      </p:grpSpPr>
      <p:sp>
        <p:nvSpPr>
          <p:cNvPr id="256" name="标题 1"/>
          <p:cNvSpPr>
            <a:spLocks noGrp="1"/>
          </p:cNvSpPr>
          <p:nvPr>
            <p:ph type="title"/>
          </p:nvPr>
        </p:nvSpPr>
        <p:spPr>
          <a:xfrm>
            <a:off x="335359" y="122216"/>
            <a:ext cx="10314711" cy="658085"/>
          </a:xfrm>
        </p:spPr>
        <p:txBody>
          <a:bodyPr>
            <a:noAutofit/>
          </a:bodyPr>
          <a:lstStyle>
            <a:lvl1pPr algn="l" defTabSz="1218565" rtl="0" eaLnBrk="1" latinLnBrk="0" hangingPunct="1">
              <a:spcBef>
                <a:spcPct val="0"/>
              </a:spcBef>
              <a:buNone/>
              <a:defRPr lang="zh-CN" altLang="en-US" sz="2800" b="1" kern="1200" dirty="0">
                <a:solidFill>
                  <a:srgbClr val="C00000"/>
                </a:solidFill>
                <a:latin typeface="微软雅黑" panose="020B0503020204020204" charset="-122"/>
                <a:ea typeface="微软雅黑" panose="020B0503020204020204" charset="-122"/>
                <a:cs typeface="+mj-cs"/>
              </a:defRPr>
            </a:lvl1pPr>
          </a:lstStyle>
          <a:p>
            <a:r>
              <a:rPr lang="zh-CN" altLang="en-US" dirty="0"/>
              <a:t>单击此处编辑母版标题样式</a:t>
            </a:r>
          </a:p>
        </p:txBody>
      </p:sp>
      <p:sp>
        <p:nvSpPr>
          <p:cNvPr id="257" name="矩形 2"/>
          <p:cNvSpPr/>
          <p:nvPr userDrawn="1"/>
        </p:nvSpPr>
        <p:spPr>
          <a:xfrm>
            <a:off x="11766884" y="6519446"/>
            <a:ext cx="425116" cy="338554"/>
          </a:xfrm>
          <a:prstGeom prst="rect">
            <a:avLst/>
          </a:prstGeom>
        </p:spPr>
        <p:txBody>
          <a:bodyPr wrap="none">
            <a:spAutoFit/>
          </a:bodyPr>
          <a:lstStyle/>
          <a:p>
            <a:pPr algn="r" defTabSz="1217295"/>
            <a:fld id="{D5DDBE9D-0EAE-4BF9-9976-992BCF72F40A}" type="slidenum">
              <a:rPr lang="zh-CN" altLang="en-US" sz="1600">
                <a:solidFill>
                  <a:prstClr val="black">
                    <a:tint val="75000"/>
                    <a:tint val="75000"/>
                  </a:prstClr>
                </a:solidFill>
                <a:ea typeface="微软雅黑" panose="020B0503020204020204" charset="-122"/>
              </a:rPr>
              <a:t>‹#›</a:t>
            </a:fld>
            <a:endParaRPr lang="zh-CN" altLang="en-US" sz="1600" dirty="0">
              <a:solidFill>
                <a:prstClr val="black"/>
              </a:solidFill>
              <a:ea typeface="微软雅黑" panose="020B0503020204020204" charset="-122"/>
            </a:endParaRPr>
          </a:p>
        </p:txBody>
      </p:sp>
      <p:pic>
        <p:nvPicPr>
          <p:cNvPr id="258" name="图片 8"/>
          <p:cNvPicPr>
            <a:picLocks noChangeAspect="1"/>
          </p:cNvPicPr>
          <p:nvPr userDrawn="1"/>
        </p:nvPicPr>
        <p:blipFill rotWithShape="1">
          <a:blip r:embed="rId2" cstate="print"/>
          <a:srcRect/>
          <a:stretch>
            <a:fillRect/>
          </a:stretch>
        </p:blipFill>
        <p:spPr>
          <a:xfrm>
            <a:off x="335359" y="807730"/>
            <a:ext cx="11520001" cy="67235"/>
          </a:xfrm>
          <a:prstGeom prst="rect">
            <a:avLst/>
          </a:prstGeom>
        </p:spPr>
      </p:pic>
      <p:pic>
        <p:nvPicPr>
          <p:cNvPr id="259" name="图片 4"/>
          <p:cNvPicPr>
            <a:picLocks noChangeAspect="1"/>
          </p:cNvPicPr>
          <p:nvPr userDrawn="1"/>
        </p:nvPicPr>
        <p:blipFill rotWithShape="1">
          <a:blip r:embed="rId3" cstate="print"/>
          <a:srcRect/>
          <a:stretch>
            <a:fillRect/>
          </a:stretch>
        </p:blipFill>
        <p:spPr>
          <a:xfrm>
            <a:off x="10991169" y="-127630"/>
            <a:ext cx="995680" cy="1102776"/>
          </a:xfrm>
          <a:prstGeom prst="rect">
            <a:avLst/>
          </a:prstGeom>
        </p:spPr>
      </p:pic>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9AEA06-3B5B-4272-B476-F133865483E2}" type="datetimeFigureOut">
              <a:rPr lang="zh-CN" altLang="en-US" smtClean="0"/>
              <a:t>2025/10/13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B9ADE8-E5BF-44BD-840F-B8E7409625F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1" y="6796913"/>
            <a:ext cx="12192000" cy="7912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7"/>
          <p:cNvSpPr/>
          <p:nvPr userDrawn="1"/>
        </p:nvSpPr>
        <p:spPr>
          <a:xfrm>
            <a:off x="1" y="6796913"/>
            <a:ext cx="12192000" cy="7912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8" r:id="rId6"/>
    <p:sldLayoutId id="2147483679" r:id="rId7"/>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2.xml"/><Relationship Id="rId4"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tags" Target="../tags/tag21.xml"/><Relationship Id="rId3" Type="http://schemas.openxmlformats.org/officeDocument/2006/relationships/tags" Target="../tags/tag6.xml"/><Relationship Id="rId21" Type="http://schemas.openxmlformats.org/officeDocument/2006/relationships/tags" Target="../tags/tag24.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notesSlide" Target="../notesSlides/notesSlide3.xml"/><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slideLayout" Target="../slideLayouts/slideLayout13.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10" Type="http://schemas.openxmlformats.org/officeDocument/2006/relationships/tags" Target="../tags/tag13.xml"/><Relationship Id="rId19" Type="http://schemas.openxmlformats.org/officeDocument/2006/relationships/tags" Target="../tags/tag22.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s>
</file>

<file path=ppt/slides/_rels/slide4.xml.rels><?xml version="1.0" encoding="UTF-8" standalone="yes"?>
<Relationships xmlns="http://schemas.openxmlformats.org/package/2006/relationships"><Relationship Id="rId13" Type="http://schemas.openxmlformats.org/officeDocument/2006/relationships/tags" Target="../tags/tag39.xml"/><Relationship Id="rId18" Type="http://schemas.openxmlformats.org/officeDocument/2006/relationships/tags" Target="../tags/tag44.xml"/><Relationship Id="rId26" Type="http://schemas.openxmlformats.org/officeDocument/2006/relationships/tags" Target="../tags/tag52.xml"/><Relationship Id="rId3" Type="http://schemas.openxmlformats.org/officeDocument/2006/relationships/tags" Target="../tags/tag29.xml"/><Relationship Id="rId21" Type="http://schemas.openxmlformats.org/officeDocument/2006/relationships/tags" Target="../tags/tag47.xml"/><Relationship Id="rId34" Type="http://schemas.openxmlformats.org/officeDocument/2006/relationships/tags" Target="../tags/tag60.xml"/><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tags" Target="../tags/tag43.xml"/><Relationship Id="rId25" Type="http://schemas.openxmlformats.org/officeDocument/2006/relationships/tags" Target="../tags/tag51.xml"/><Relationship Id="rId33" Type="http://schemas.openxmlformats.org/officeDocument/2006/relationships/tags" Target="../tags/tag59.xml"/><Relationship Id="rId2" Type="http://schemas.openxmlformats.org/officeDocument/2006/relationships/tags" Target="../tags/tag28.xml"/><Relationship Id="rId16" Type="http://schemas.openxmlformats.org/officeDocument/2006/relationships/tags" Target="../tags/tag42.xml"/><Relationship Id="rId20" Type="http://schemas.openxmlformats.org/officeDocument/2006/relationships/tags" Target="../tags/tag46.xml"/><Relationship Id="rId29" Type="http://schemas.openxmlformats.org/officeDocument/2006/relationships/tags" Target="../tags/tag55.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24" Type="http://schemas.openxmlformats.org/officeDocument/2006/relationships/tags" Target="../tags/tag50.xml"/><Relationship Id="rId32" Type="http://schemas.openxmlformats.org/officeDocument/2006/relationships/tags" Target="../tags/tag58.xml"/><Relationship Id="rId5" Type="http://schemas.openxmlformats.org/officeDocument/2006/relationships/tags" Target="../tags/tag31.xml"/><Relationship Id="rId15" Type="http://schemas.openxmlformats.org/officeDocument/2006/relationships/tags" Target="../tags/tag41.xml"/><Relationship Id="rId23" Type="http://schemas.openxmlformats.org/officeDocument/2006/relationships/tags" Target="../tags/tag49.xml"/><Relationship Id="rId28" Type="http://schemas.openxmlformats.org/officeDocument/2006/relationships/tags" Target="../tags/tag54.xml"/><Relationship Id="rId36" Type="http://schemas.openxmlformats.org/officeDocument/2006/relationships/notesSlide" Target="../notesSlides/notesSlide4.xml"/><Relationship Id="rId10" Type="http://schemas.openxmlformats.org/officeDocument/2006/relationships/tags" Target="../tags/tag36.xml"/><Relationship Id="rId19" Type="http://schemas.openxmlformats.org/officeDocument/2006/relationships/tags" Target="../tags/tag45.xml"/><Relationship Id="rId31" Type="http://schemas.openxmlformats.org/officeDocument/2006/relationships/tags" Target="../tags/tag57.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 Id="rId22" Type="http://schemas.openxmlformats.org/officeDocument/2006/relationships/tags" Target="../tags/tag48.xml"/><Relationship Id="rId27" Type="http://schemas.openxmlformats.org/officeDocument/2006/relationships/tags" Target="../tags/tag53.xml"/><Relationship Id="rId30" Type="http://schemas.openxmlformats.org/officeDocument/2006/relationships/tags" Target="../tags/tag56.xml"/><Relationship Id="rId35" Type="http://schemas.openxmlformats.org/officeDocument/2006/relationships/slideLayout" Target="../slideLayouts/slideLayout13.xml"/><Relationship Id="rId8" Type="http://schemas.openxmlformats.org/officeDocument/2006/relationships/tags" Target="../tags/tag3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18.emf"/><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package" Target="../embeddings/Microsoft_Word___1.docx"/><Relationship Id="rId5" Type="http://schemas.openxmlformats.org/officeDocument/2006/relationships/image" Target="../media/image17.emf"/><Relationship Id="rId4" Type="http://schemas.openxmlformats.org/officeDocument/2006/relationships/package" Target="../embeddings/Microsoft_Word___.docx"/></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8.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8.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8.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8.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8.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1.png"/><Relationship Id="rId1" Type="http://schemas.openxmlformats.org/officeDocument/2006/relationships/slideLayout" Target="../slideLayouts/slideLayout28.xml"/><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8.xml"/><Relationship Id="rId4" Type="http://schemas.openxmlformats.org/officeDocument/2006/relationships/image" Target="../media/image51.png"/></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25.png"/><Relationship Id="rId1" Type="http://schemas.openxmlformats.org/officeDocument/2006/relationships/slideLayout" Target="../slideLayouts/slideLayout28.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8.xml"/><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8.xml"/><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文本框 3"/>
          <p:cNvSpPr txBox="1"/>
          <p:nvPr/>
        </p:nvSpPr>
        <p:spPr>
          <a:xfrm>
            <a:off x="500380" y="1339215"/>
            <a:ext cx="11557000" cy="1801495"/>
          </a:xfrm>
          <a:prstGeom prst="rect">
            <a:avLst/>
          </a:prstGeom>
          <a:noFill/>
          <a:ln>
            <a:noFill/>
          </a:ln>
        </p:spPr>
        <p:txBody>
          <a:bodyPr wrap="square" rtlCol="0" anchor="ctr" anchorCtr="0">
            <a:noAutofit/>
          </a:bodyPr>
          <a:lstStyle>
            <a:defPPr>
              <a:defRPr lang="zh-CN"/>
            </a:defPPr>
            <a:lvl1pPr algn="ctr">
              <a:spcBef>
                <a:spcPts val="600"/>
              </a:spcBef>
              <a:defRPr sz="3600" b="1">
                <a:solidFill>
                  <a:srgbClr val="C00000"/>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250000"/>
              </a:lnSpc>
              <a:spcBef>
                <a:spcPts val="600"/>
              </a:spcBef>
              <a:spcAft>
                <a:spcPts val="0"/>
              </a:spcAft>
              <a:buClrTx/>
              <a:buSzTx/>
              <a:buFontTx/>
              <a:buNone/>
              <a:defRPr/>
            </a:pPr>
            <a:r>
              <a:rPr kumimoji="0" lang="en-US" altLang="zh-CN" sz="5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NB</a:t>
            </a:r>
            <a:r>
              <a:rPr kumimoji="0" lang="zh-CN" altLang="en-US" sz="5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网关设备</a:t>
            </a:r>
            <a:r>
              <a:rPr kumimoji="0" lang="zh-CN" altLang="en-US" sz="54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rPr>
              <a:t>迁移指导手册</a:t>
            </a:r>
            <a:endParaRPr kumimoji="0" sz="5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sp>
        <p:nvSpPr>
          <p:cNvPr id="86" name="date"/>
          <p:cNvSpPr txBox="1"/>
          <p:nvPr/>
        </p:nvSpPr>
        <p:spPr>
          <a:xfrm>
            <a:off x="3519487" y="3980237"/>
            <a:ext cx="5153025" cy="1121585"/>
          </a:xfrm>
          <a:prstGeom prst="rect">
            <a:avLst/>
          </a:prstGeom>
          <a:noFill/>
          <a:ln w="9525">
            <a:noFill/>
          </a:ln>
        </p:spPr>
        <p:txBody>
          <a:bodyPr lIns="109207" tIns="54603" rIns="109207" bIns="54603" anchor="ctr"/>
          <a:lstStyle/>
          <a:p>
            <a:pPr marL="0" marR="0" lvl="0" indent="0" algn="ctr" defTabSz="913130" rtl="0" eaLnBrk="1" fontAlgn="auto" latinLnBrk="0" hangingPunct="1">
              <a:lnSpc>
                <a:spcPct val="100000"/>
              </a:lnSpc>
              <a:spcBef>
                <a:spcPts val="600"/>
              </a:spcBef>
              <a:spcAft>
                <a:spcPts val="0"/>
              </a:spcAft>
              <a:buClr>
                <a:srgbClr val="515151"/>
              </a:buClr>
              <a:buSzPct val="80000"/>
              <a:buFontTx/>
              <a:buNone/>
              <a:defRPr/>
            </a:pPr>
            <a:r>
              <a:rPr kumimoji="0" lang="zh-CN" altLang="en-US" sz="20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rPr>
              <a:t>天翼物联科技有限公司</a:t>
            </a:r>
            <a:endParaRPr kumimoji="0" lang="en-US" altLang="zh-CN" sz="20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endParaRPr>
          </a:p>
          <a:p>
            <a:pPr marL="0" marR="0" lvl="0" indent="0" algn="ctr" defTabSz="913130" rtl="0" eaLnBrk="1" fontAlgn="auto" latinLnBrk="0" hangingPunct="1">
              <a:lnSpc>
                <a:spcPct val="100000"/>
              </a:lnSpc>
              <a:spcBef>
                <a:spcPts val="600"/>
              </a:spcBef>
              <a:spcAft>
                <a:spcPts val="0"/>
              </a:spcAft>
              <a:buClr>
                <a:srgbClr val="515151"/>
              </a:buClr>
              <a:buSzPct val="80000"/>
              <a:buFontTx/>
              <a:buNone/>
              <a:defRPr/>
            </a:pPr>
            <a:r>
              <a:rPr kumimoji="0" lang="en-US" altLang="zh-CN" sz="20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rPr>
              <a:t>2025</a:t>
            </a:r>
            <a:r>
              <a:rPr kumimoji="0" lang="zh-CN" altLang="en-US" sz="20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rPr>
              <a:t>年</a:t>
            </a:r>
            <a:r>
              <a:rPr lang="en-US" altLang="zh-CN" sz="2000" dirty="0">
                <a:solidFill>
                  <a:prstClr val="black">
                    <a:lumMod val="50000"/>
                    <a:lumOff val="50000"/>
                  </a:prstClr>
                </a:solidFill>
                <a:latin typeface="微软雅黑" panose="020B0503020204020204" charset="-122"/>
                <a:ea typeface="微软雅黑" panose="020B0503020204020204" charset="-122"/>
              </a:rPr>
              <a:t>10</a:t>
            </a:r>
            <a:r>
              <a:rPr kumimoji="0" lang="zh-CN" altLang="en-US" sz="20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rPr>
              <a:t>月</a:t>
            </a:r>
          </a:p>
        </p:txBody>
      </p:sp>
      <p:sp>
        <p:nvSpPr>
          <p:cNvPr id="2" name="文本框 1"/>
          <p:cNvSpPr txBox="1"/>
          <p:nvPr/>
        </p:nvSpPr>
        <p:spPr>
          <a:xfrm>
            <a:off x="258417" y="1431235"/>
            <a:ext cx="2286000" cy="400110"/>
          </a:xfrm>
          <a:prstGeom prst="rect">
            <a:avLst/>
          </a:prstGeom>
          <a:noFill/>
        </p:spPr>
        <p:txBody>
          <a:bodyPr wrap="square" rtlCol="0">
            <a:spAutoFit/>
          </a:bodyPr>
          <a:lstStyle/>
          <a:p>
            <a:r>
              <a:rPr lang="zh-CN" altLang="en-US" sz="2000" b="1" dirty="0" smtClean="0"/>
              <a:t>附件</a:t>
            </a:r>
            <a:r>
              <a:rPr lang="en-US" altLang="zh-CN" sz="2000" b="1" dirty="0" smtClean="0"/>
              <a:t>4</a:t>
            </a:r>
            <a:r>
              <a:rPr lang="zh-CN" altLang="en-US" sz="2000" b="1" dirty="0" smtClean="0"/>
              <a:t>：</a:t>
            </a:r>
            <a:endParaRPr lang="zh-CN" altLang="en-US" sz="2000" b="1"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288161" y="261878"/>
            <a:ext cx="10314711" cy="658085"/>
          </a:xfrm>
          <a:prstGeom prst="rect">
            <a:avLst/>
          </a:prstGeom>
        </p:spPr>
        <p:txBody>
          <a:bodyPr vert="horz" lIns="91440" tIns="45720" rIns="91440" bIns="45720" rtlCol="0" anchor="ctr">
            <a:noAutofit/>
          </a:bodyPr>
          <a:lstStyle>
            <a:lvl1pPr algn="l" defTabSz="1218565" rtl="0" eaLnBrk="1" latinLnBrk="0" hangingPunct="1">
              <a:lnSpc>
                <a:spcPct val="90000"/>
              </a:lnSpc>
              <a:spcBef>
                <a:spcPct val="0"/>
              </a:spcBef>
              <a:buNone/>
              <a:defRPr lang="zh-CN" altLang="en-US" sz="2800" b="1" kern="1200" dirty="0">
                <a:solidFill>
                  <a:srgbClr val="C00000"/>
                </a:solidFill>
                <a:latin typeface="华文细黑" panose="02010600040101010101" pitchFamily="2" charset="-122"/>
                <a:ea typeface="华文细黑" panose="02010600040101010101" pitchFamily="2" charset="-122"/>
                <a:cs typeface="+mj-cs"/>
              </a:defRPr>
            </a:lvl1pPr>
          </a:lstStyle>
          <a:p>
            <a:r>
              <a:rPr lang="en-US" altLang="zh-CN" sz="2400">
                <a:latin typeface="微软雅黑" panose="020B0503020204020204" charset="-122"/>
                <a:ea typeface="微软雅黑" panose="020B0503020204020204" charset="-122"/>
              </a:rPr>
              <a:t>NB</a:t>
            </a:r>
            <a:r>
              <a:rPr lang="zh-CN" altLang="en-US" sz="2400">
                <a:latin typeface="微软雅黑" panose="020B0503020204020204" charset="-122"/>
                <a:ea typeface="微软雅黑" panose="020B0503020204020204" charset="-122"/>
              </a:rPr>
              <a:t>网关迁移背景情况说明</a:t>
            </a:r>
          </a:p>
        </p:txBody>
      </p:sp>
      <p:sp>
        <p:nvSpPr>
          <p:cNvPr id="3" name="矩形 2"/>
          <p:cNvSpPr/>
          <p:nvPr/>
        </p:nvSpPr>
        <p:spPr>
          <a:xfrm>
            <a:off x="393261" y="1451668"/>
            <a:ext cx="5685115" cy="4265398"/>
          </a:xfrm>
          <a:prstGeom prst="rect">
            <a:avLst/>
          </a:prstGeom>
        </p:spPr>
        <p:txBody>
          <a:bodyPr wrap="square">
            <a:spAutoFit/>
          </a:bodyPr>
          <a:lstStyle/>
          <a:p>
            <a:pPr indent="457200">
              <a:lnSpc>
                <a:spcPct val="150000"/>
              </a:lnSpc>
              <a:spcBef>
                <a:spcPts val="600"/>
              </a:spcBef>
            </a:pPr>
            <a:r>
              <a:rPr lang="zh-CN" altLang="en-US" sz="1600" dirty="0">
                <a:latin typeface="微软雅黑" panose="020B0503020204020204" charset="-122"/>
                <a:ea typeface="微软雅黑" panose="020B0503020204020204" charset="-122"/>
              </a:rPr>
              <a:t>2017 年中国电信与华为技术有限公司签订合作协议，以合作方式建设物联网平台（即华为CMP平台和NB网关）。2024年8月，华为公司正式提出合作协议到期不再续约。</a:t>
            </a:r>
            <a:endParaRPr lang="zh-CN" altLang="en-US" sz="1600" b="1" dirty="0">
              <a:solidFill>
                <a:srgbClr val="C00000"/>
              </a:solidFill>
              <a:latin typeface="微软雅黑" panose="020B0503020204020204" charset="-122"/>
              <a:ea typeface="微软雅黑" panose="020B0503020204020204" charset="-122"/>
            </a:endParaRPr>
          </a:p>
          <a:p>
            <a:pPr indent="457200">
              <a:lnSpc>
                <a:spcPct val="150000"/>
              </a:lnSpc>
              <a:spcBef>
                <a:spcPts val="600"/>
              </a:spcBef>
            </a:pPr>
            <a:r>
              <a:rPr lang="en-US" altLang="zh-CN" sz="1600" dirty="0">
                <a:latin typeface="微软雅黑" panose="020B0503020204020204" charset="-122"/>
                <a:ea typeface="微软雅黑" panose="020B0503020204020204" charset="-122"/>
              </a:rPr>
              <a:t>2024</a:t>
            </a:r>
            <a:r>
              <a:rPr lang="zh-CN" altLang="en-US" sz="1600" dirty="0">
                <a:latin typeface="微软雅黑" panose="020B0503020204020204" charset="-122"/>
                <a:ea typeface="微软雅黑" panose="020B0503020204020204" charset="-122"/>
              </a:rPr>
              <a:t>年</a:t>
            </a:r>
            <a:r>
              <a:rPr lang="en-US" altLang="zh-CN" sz="1600" dirty="0">
                <a:latin typeface="微软雅黑" panose="020B0503020204020204" charset="-122"/>
                <a:ea typeface="微软雅黑" panose="020B0503020204020204" charset="-122"/>
              </a:rPr>
              <a:t>3</a:t>
            </a:r>
            <a:r>
              <a:rPr lang="zh-CN" altLang="en-US" sz="1600" dirty="0">
                <a:latin typeface="微软雅黑" panose="020B0503020204020204" charset="-122"/>
                <a:ea typeface="微软雅黑" panose="020B0503020204020204" charset="-122"/>
              </a:rPr>
              <a:t>月起要求所有新增客户原则上不再接入华为</a:t>
            </a:r>
            <a:r>
              <a:rPr lang="en-US" altLang="zh-CN" sz="1600" dirty="0">
                <a:latin typeface="微软雅黑" panose="020B0503020204020204" charset="-122"/>
                <a:ea typeface="微软雅黑" panose="020B0503020204020204" charset="-122"/>
              </a:rPr>
              <a:t>NB</a:t>
            </a:r>
            <a:r>
              <a:rPr lang="zh-CN" altLang="en-US" sz="1600" dirty="0">
                <a:latin typeface="微软雅黑" panose="020B0503020204020204" charset="-122"/>
                <a:ea typeface="微软雅黑" panose="020B0503020204020204" charset="-122"/>
              </a:rPr>
              <a:t>网关。截至</a:t>
            </a:r>
            <a:r>
              <a:rPr lang="en-US" altLang="zh-CN" sz="1600" dirty="0">
                <a:latin typeface="微软雅黑" panose="020B0503020204020204" charset="-122"/>
                <a:ea typeface="微软雅黑" panose="020B0503020204020204" charset="-122"/>
              </a:rPr>
              <a:t>8</a:t>
            </a:r>
            <a:r>
              <a:rPr lang="zh-CN" altLang="en-US" sz="1600" dirty="0">
                <a:latin typeface="微软雅黑" panose="020B0503020204020204" charset="-122"/>
                <a:ea typeface="微软雅黑" panose="020B0503020204020204" charset="-122"/>
              </a:rPr>
              <a:t>月</a:t>
            </a:r>
            <a:r>
              <a:rPr lang="en-US" altLang="zh-CN" sz="1600" dirty="0">
                <a:latin typeface="微软雅黑" panose="020B0503020204020204" charset="-122"/>
                <a:ea typeface="微软雅黑" panose="020B0503020204020204" charset="-122"/>
              </a:rPr>
              <a:t>20</a:t>
            </a:r>
            <a:r>
              <a:rPr lang="zh-CN" altLang="en-US" sz="1600" dirty="0">
                <a:latin typeface="微软雅黑" panose="020B0503020204020204" charset="-122"/>
                <a:ea typeface="微软雅黑" panose="020B0503020204020204" charset="-122"/>
              </a:rPr>
              <a:t>日，华为 </a:t>
            </a:r>
            <a:r>
              <a:rPr lang="en-US" altLang="zh-CN" sz="1600" dirty="0">
                <a:latin typeface="微软雅黑" panose="020B0503020204020204" charset="-122"/>
                <a:ea typeface="微软雅黑" panose="020B0503020204020204" charset="-122"/>
              </a:rPr>
              <a:t>NB </a:t>
            </a:r>
            <a:r>
              <a:rPr lang="zh-CN" altLang="en-US" sz="1600" dirty="0">
                <a:latin typeface="微软雅黑" panose="020B0503020204020204" charset="-122"/>
                <a:ea typeface="微软雅黑" panose="020B0503020204020204" charset="-122"/>
              </a:rPr>
              <a:t>网关尚有客户数</a:t>
            </a:r>
            <a:r>
              <a:rPr lang="en-US" altLang="zh-CN" sz="1600" dirty="0">
                <a:latin typeface="微软雅黑" panose="020B0503020204020204" charset="-122"/>
                <a:ea typeface="微软雅黑" panose="020B0503020204020204" charset="-122"/>
              </a:rPr>
              <a:t>1948</a:t>
            </a:r>
            <a:r>
              <a:rPr lang="zh-CN" altLang="en-US" sz="1600" dirty="0">
                <a:latin typeface="微软雅黑" panose="020B0503020204020204" charset="-122"/>
                <a:ea typeface="微软雅黑" panose="020B0503020204020204" charset="-122"/>
              </a:rPr>
              <a:t>个，用户数</a:t>
            </a:r>
            <a:r>
              <a:rPr lang="en-US" altLang="zh-CN" sz="1600" dirty="0">
                <a:latin typeface="微软雅黑" panose="020B0503020204020204" charset="-122"/>
                <a:ea typeface="微软雅黑" panose="020B0503020204020204" charset="-122"/>
              </a:rPr>
              <a:t>1.08</a:t>
            </a:r>
            <a:r>
              <a:rPr lang="zh-CN" altLang="en-US" sz="1600" dirty="0">
                <a:latin typeface="微软雅黑" panose="020B0503020204020204" charset="-122"/>
                <a:ea typeface="微软雅黑" panose="020B0503020204020204" charset="-122"/>
              </a:rPr>
              <a:t>亿。</a:t>
            </a:r>
          </a:p>
          <a:p>
            <a:pPr indent="457200">
              <a:lnSpc>
                <a:spcPct val="150000"/>
              </a:lnSpc>
              <a:spcBef>
                <a:spcPts val="600"/>
              </a:spcBef>
            </a:pPr>
            <a:r>
              <a:rPr lang="zh-CN" altLang="en-US" sz="1600" dirty="0">
                <a:latin typeface="微软雅黑" panose="020B0503020204020204" charset="-122"/>
                <a:ea typeface="微软雅黑" panose="020B0503020204020204" charset="-122"/>
              </a:rPr>
              <a:t>物联网公司自研 </a:t>
            </a:r>
            <a:r>
              <a:rPr lang="en-US" altLang="zh-CN" sz="1600" dirty="0" err="1">
                <a:latin typeface="微软雅黑" panose="020B0503020204020204" charset="-122"/>
                <a:ea typeface="微软雅黑" panose="020B0503020204020204" charset="-122"/>
              </a:rPr>
              <a:t>AEP</a:t>
            </a:r>
            <a:r>
              <a:rPr lang="zh-CN" altLang="en-US" sz="1600" dirty="0">
                <a:latin typeface="微软雅黑" panose="020B0503020204020204" charset="-122"/>
                <a:ea typeface="微软雅黑" panose="020B0503020204020204" charset="-122"/>
              </a:rPr>
              <a:t> 平台经过持续迭代升级已全面具备承接</a:t>
            </a:r>
            <a:r>
              <a:rPr lang="en-US" altLang="zh-CN" sz="1600" dirty="0">
                <a:latin typeface="微软雅黑" panose="020B0503020204020204" charset="-122"/>
                <a:ea typeface="微软雅黑" panose="020B0503020204020204" charset="-122"/>
              </a:rPr>
              <a:t>NB</a:t>
            </a:r>
            <a:r>
              <a:rPr lang="zh-CN" altLang="en-US" sz="1600" dirty="0">
                <a:latin typeface="微软雅黑" panose="020B0503020204020204" charset="-122"/>
                <a:ea typeface="微软雅黑" panose="020B0503020204020204" charset="-122"/>
              </a:rPr>
              <a:t>网关的能力，2022年初开始，集团公司着手引导新增用户使用自研平台，截至2025年8月，AEP 集约平台承载终端用户 1.81 亿。</a:t>
            </a:r>
            <a:r>
              <a:rPr lang="zh-CN" altLang="en-US" sz="1600" b="1" dirty="0">
                <a:solidFill>
                  <a:srgbClr val="C00000"/>
                </a:solidFill>
                <a:latin typeface="微软雅黑" panose="020B0503020204020204" charset="-122"/>
                <a:ea typeface="微软雅黑" panose="020B0503020204020204" charset="-122"/>
              </a:rPr>
              <a:t>本次</a:t>
            </a:r>
            <a:r>
              <a:rPr lang="en-US" altLang="zh-CN" sz="1600" b="1" dirty="0" err="1">
                <a:solidFill>
                  <a:srgbClr val="C00000"/>
                </a:solidFill>
                <a:latin typeface="微软雅黑" panose="020B0503020204020204" charset="-122"/>
                <a:ea typeface="微软雅黑" panose="020B0503020204020204" charset="-122"/>
              </a:rPr>
              <a:t>AEP</a:t>
            </a:r>
            <a:r>
              <a:rPr lang="zh-CN" altLang="en-US" sz="1600" b="1" dirty="0">
                <a:solidFill>
                  <a:srgbClr val="C00000"/>
                </a:solidFill>
                <a:latin typeface="微软雅黑" panose="020B0503020204020204" charset="-122"/>
                <a:ea typeface="微软雅黑" panose="020B0503020204020204" charset="-122"/>
              </a:rPr>
              <a:t>将新增加两个节点（华南、华东），用于承接</a:t>
            </a:r>
            <a:r>
              <a:rPr lang="en-US" altLang="zh-CN" sz="1600" b="1" dirty="0">
                <a:solidFill>
                  <a:srgbClr val="C00000"/>
                </a:solidFill>
                <a:latin typeface="微软雅黑" panose="020B0503020204020204" charset="-122"/>
                <a:ea typeface="微软雅黑" panose="020B0503020204020204" charset="-122"/>
              </a:rPr>
              <a:t>NB</a:t>
            </a:r>
            <a:r>
              <a:rPr lang="zh-CN" altLang="en-US" sz="1600" b="1" dirty="0">
                <a:solidFill>
                  <a:srgbClr val="C00000"/>
                </a:solidFill>
                <a:latin typeface="微软雅黑" panose="020B0503020204020204" charset="-122"/>
                <a:ea typeface="微软雅黑" panose="020B0503020204020204" charset="-122"/>
              </a:rPr>
              <a:t>网关存量设备。</a:t>
            </a:r>
            <a:endParaRPr lang="en-US" altLang="zh-CN" sz="1600" dirty="0">
              <a:latin typeface="微软雅黑" panose="020B0503020204020204" charset="-122"/>
              <a:ea typeface="微软雅黑" panose="020B0503020204020204" charset="-122"/>
            </a:endParaRPr>
          </a:p>
        </p:txBody>
      </p:sp>
      <p:sp>
        <p:nvSpPr>
          <p:cNvPr id="4" name="矩形 3"/>
          <p:cNvSpPr/>
          <p:nvPr/>
        </p:nvSpPr>
        <p:spPr>
          <a:xfrm>
            <a:off x="10135791" y="1509447"/>
            <a:ext cx="1747998" cy="4111538"/>
          </a:xfrm>
          <a:prstGeom prst="rect">
            <a:avLst/>
          </a:prstGeom>
          <a:solidFill>
            <a:schemeClr val="tx2">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endParaRPr lang="en-US" altLang="zh-CN" sz="14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6284227" y="1509446"/>
            <a:ext cx="1903501" cy="4111539"/>
          </a:xfrm>
          <a:prstGeom prst="rect">
            <a:avLst/>
          </a:prstGeom>
          <a:solidFill>
            <a:srgbClr val="F0F0F0"/>
          </a:solidFill>
          <a:ln w="12700" cap="flat" cmpd="sng" algn="ctr">
            <a:solidFill>
              <a:srgbClr val="002060"/>
            </a:solidFill>
            <a:prstDash val="dash"/>
            <a:round/>
            <a:headEnd type="none" w="med" len="med"/>
            <a:tailEnd type="none" w="med" len="med"/>
          </a:ln>
        </p:spPr>
        <p:txBody>
          <a:bodyPr vert="horz" wrap="square" lIns="91440" tIns="45720" rIns="91440" bIns="45720" numCol="1" anchor="t" anchorCtr="0" compatLnSpc="1"/>
          <a:lstStyle/>
          <a:p>
            <a:pPr fontAlgn="base">
              <a:spcBef>
                <a:spcPct val="0"/>
              </a:spcBef>
              <a:spcAft>
                <a:spcPct val="0"/>
              </a:spcAft>
            </a:pPr>
            <a:endParaRPr lang="zh-CN" altLang="en-US" sz="1200" kern="0">
              <a:solidFill>
                <a:prstClr val="black"/>
              </a:solidFill>
              <a:latin typeface="微软雅黑" panose="020B0503020204020204" charset="-122"/>
              <a:ea typeface="微软雅黑" panose="020B0503020204020204" charset="-122"/>
            </a:endParaRPr>
          </a:p>
        </p:txBody>
      </p:sp>
      <p:sp>
        <p:nvSpPr>
          <p:cNvPr id="6" name="椭圆 5"/>
          <p:cNvSpPr/>
          <p:nvPr>
            <p:custDataLst>
              <p:tags r:id="rId1"/>
            </p:custDataLst>
          </p:nvPr>
        </p:nvSpPr>
        <p:spPr>
          <a:xfrm>
            <a:off x="6514602" y="2720768"/>
            <a:ext cx="1486264" cy="1727199"/>
          </a:xfrm>
          <a:prstGeom prst="ellipse">
            <a:avLst/>
          </a:prstGeom>
          <a:solidFill>
            <a:srgbClr val="00204F"/>
          </a:solidFill>
          <a:ln w="19050" cap="rnd" cmpd="sng" algn="ctr">
            <a:solidFill>
              <a:srgbClr val="00206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sz="1400" b="1" kern="0" noProof="0" dirty="0">
                <a:ln>
                  <a:noFill/>
                </a:ln>
                <a:solidFill>
                  <a:prstClr val="white"/>
                </a:solidFill>
                <a:effectLst/>
                <a:uLnTx/>
                <a:uFillTx/>
                <a:latin typeface="微软雅黑" panose="020B0503020204020204" charset="-122"/>
                <a:ea typeface="微软雅黑" panose="020B0503020204020204" charset="-122"/>
                <a:cs typeface="+mn-ea"/>
                <a:sym typeface="+mn-lt"/>
              </a:rPr>
              <a:t>NB网关</a:t>
            </a:r>
            <a:endParaRPr lang="en-US" altLang="zh-CN" sz="1400" b="1" kern="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存量设备</a:t>
            </a:r>
            <a:endParaRPr kumimoji="0" lang="en-US" altLang="zh-CN" sz="1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
            </a:r>
            <a:br>
              <a:rPr kumimoji="0" lang="en-US" altLang="zh-CN" sz="1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br>
            <a:r>
              <a:rPr kumimoji="0" lang="zh-CN" altLang="en-US" sz="1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a:t>
            </a:r>
            <a:r>
              <a:rPr kumimoji="0" lang="en-US" altLang="zh-CN" sz="1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1.08</a:t>
            </a:r>
            <a:r>
              <a:rPr kumimoji="0" lang="zh-CN" altLang="en-US" sz="1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亿）</a:t>
            </a:r>
          </a:p>
        </p:txBody>
      </p:sp>
      <p:sp>
        <p:nvSpPr>
          <p:cNvPr id="7" name="矩形 6"/>
          <p:cNvSpPr/>
          <p:nvPr>
            <p:custDataLst>
              <p:tags r:id="rId2"/>
            </p:custDataLst>
          </p:nvPr>
        </p:nvSpPr>
        <p:spPr>
          <a:xfrm>
            <a:off x="10372642" y="4032890"/>
            <a:ext cx="1320232" cy="1338713"/>
          </a:xfrm>
          <a:prstGeom prst="rect">
            <a:avLst/>
          </a:prstGeom>
          <a:solidFill>
            <a:srgbClr val="002060"/>
          </a:solidFill>
          <a:ln w="19050" cap="rnd" cmpd="sng" algn="ctr">
            <a:noFill/>
            <a:prstDash val="solid"/>
          </a:ln>
          <a:effectLst/>
        </p:spPr>
        <p:txBody>
          <a:bodyPr rtlCol="0" anchor="ctr"/>
          <a:lstStyle/>
          <a:p>
            <a:pPr algn="ctr" fontAlgn="base">
              <a:spcBef>
                <a:spcPct val="0"/>
              </a:spcBef>
              <a:spcAft>
                <a:spcPct val="0"/>
              </a:spcAft>
              <a:defRPr/>
            </a:pPr>
            <a:r>
              <a:rPr lang="zh-CN" altLang="en-US" sz="1200" b="1" kern="0" dirty="0">
                <a:solidFill>
                  <a:prstClr val="white"/>
                </a:solidFill>
                <a:latin typeface="微软雅黑" panose="020B0503020204020204" charset="-122"/>
                <a:ea typeface="微软雅黑" panose="020B0503020204020204" charset="-122"/>
                <a:cs typeface="+mn-ea"/>
                <a:sym typeface="+mn-ea"/>
              </a:rPr>
              <a:t>华东节点</a:t>
            </a:r>
            <a:r>
              <a:rPr lang="en-US" altLang="zh-CN" sz="1200" b="1" kern="0" dirty="0">
                <a:solidFill>
                  <a:prstClr val="white"/>
                </a:solidFill>
                <a:latin typeface="微软雅黑" panose="020B0503020204020204" charset="-122"/>
                <a:ea typeface="微软雅黑" panose="020B0503020204020204" charset="-122"/>
                <a:cs typeface="+mn-ea"/>
                <a:sym typeface="+mn-ea"/>
              </a:rPr>
              <a:t/>
            </a:r>
            <a:br>
              <a:rPr lang="en-US" altLang="zh-CN" sz="1200" b="1" kern="0" dirty="0">
                <a:solidFill>
                  <a:prstClr val="white"/>
                </a:solidFill>
                <a:latin typeface="微软雅黑" panose="020B0503020204020204" charset="-122"/>
                <a:ea typeface="微软雅黑" panose="020B0503020204020204" charset="-122"/>
                <a:cs typeface="+mn-ea"/>
                <a:sym typeface="+mn-ea"/>
              </a:rPr>
            </a:br>
            <a:r>
              <a:rPr lang="zh-CN" altLang="en-US" sz="1200" b="1" kern="0" dirty="0">
                <a:solidFill>
                  <a:prstClr val="white"/>
                </a:solidFill>
                <a:latin typeface="微软雅黑" panose="020B0503020204020204" charset="-122"/>
                <a:ea typeface="微软雅黑" panose="020B0503020204020204" charset="-122"/>
                <a:cs typeface="+mn-ea"/>
                <a:sym typeface="+mn-ea"/>
              </a:rPr>
              <a:t>（浙江）</a:t>
            </a:r>
            <a:endParaRPr lang="zh-CN" altLang="en-US" sz="1200" b="1" kern="0" dirty="0">
              <a:solidFill>
                <a:prstClr val="white"/>
              </a:solidFill>
              <a:latin typeface="微软雅黑" panose="020B0503020204020204" charset="-122"/>
              <a:ea typeface="微软雅黑" panose="020B0503020204020204" charset="-122"/>
              <a:cs typeface="+mn-ea"/>
              <a:sym typeface="+mn-lt"/>
            </a:endParaRPr>
          </a:p>
        </p:txBody>
      </p:sp>
      <p:sp>
        <p:nvSpPr>
          <p:cNvPr id="8" name="矩形 7"/>
          <p:cNvSpPr/>
          <p:nvPr>
            <p:custDataLst>
              <p:tags r:id="rId3"/>
            </p:custDataLst>
          </p:nvPr>
        </p:nvSpPr>
        <p:spPr>
          <a:xfrm>
            <a:off x="10361221" y="2266724"/>
            <a:ext cx="1320232" cy="1345133"/>
          </a:xfrm>
          <a:prstGeom prst="rect">
            <a:avLst/>
          </a:prstGeom>
          <a:solidFill>
            <a:srgbClr val="002060"/>
          </a:solidFill>
          <a:ln w="19050" cap="rnd" cmpd="sng" algn="ctr">
            <a:noFill/>
            <a:prstDash val="solid"/>
          </a:ln>
          <a:effectLst/>
        </p:spPr>
        <p:txBody>
          <a:bodyPr rtlCol="0" anchor="ctr"/>
          <a:lstStyle/>
          <a:p>
            <a:pPr algn="ctr" fontAlgn="base">
              <a:spcBef>
                <a:spcPct val="0"/>
              </a:spcBef>
              <a:spcAft>
                <a:spcPct val="0"/>
              </a:spcAft>
              <a:defRPr/>
            </a:pPr>
            <a:r>
              <a:rPr lang="zh-CN" altLang="en-US" sz="1200" b="1" kern="0" dirty="0">
                <a:solidFill>
                  <a:prstClr val="white"/>
                </a:solidFill>
                <a:latin typeface="微软雅黑" panose="020B0503020204020204" charset="-122"/>
                <a:ea typeface="微软雅黑" panose="020B0503020204020204" charset="-122"/>
                <a:cs typeface="+mn-ea"/>
                <a:sym typeface="+mn-ea"/>
              </a:rPr>
              <a:t>华南节点</a:t>
            </a:r>
            <a:r>
              <a:rPr lang="en-US" altLang="zh-CN" sz="1200" b="1" kern="0" dirty="0">
                <a:solidFill>
                  <a:prstClr val="white"/>
                </a:solidFill>
                <a:latin typeface="微软雅黑" panose="020B0503020204020204" charset="-122"/>
                <a:ea typeface="微软雅黑" panose="020B0503020204020204" charset="-122"/>
                <a:cs typeface="+mn-ea"/>
                <a:sym typeface="+mn-ea"/>
              </a:rPr>
              <a:t/>
            </a:r>
            <a:br>
              <a:rPr lang="en-US" altLang="zh-CN" sz="1200" b="1" kern="0" dirty="0">
                <a:solidFill>
                  <a:prstClr val="white"/>
                </a:solidFill>
                <a:latin typeface="微软雅黑" panose="020B0503020204020204" charset="-122"/>
                <a:ea typeface="微软雅黑" panose="020B0503020204020204" charset="-122"/>
                <a:cs typeface="+mn-ea"/>
                <a:sym typeface="+mn-ea"/>
              </a:rPr>
            </a:br>
            <a:r>
              <a:rPr lang="zh-CN" altLang="en-US" sz="1200" b="1" kern="0" dirty="0">
                <a:solidFill>
                  <a:prstClr val="white"/>
                </a:solidFill>
                <a:latin typeface="微软雅黑" panose="020B0503020204020204" charset="-122"/>
                <a:ea typeface="微软雅黑" panose="020B0503020204020204" charset="-122"/>
                <a:cs typeface="+mn-ea"/>
                <a:sym typeface="+mn-ea"/>
              </a:rPr>
              <a:t>（广东）</a:t>
            </a:r>
            <a:endParaRPr lang="en-US" altLang="zh-CN" sz="1200" b="1" kern="0" dirty="0">
              <a:solidFill>
                <a:prstClr val="white"/>
              </a:solidFill>
              <a:latin typeface="微软雅黑" panose="020B0503020204020204" charset="-122"/>
              <a:ea typeface="微软雅黑" panose="020B0503020204020204" charset="-122"/>
              <a:cs typeface="+mn-ea"/>
              <a:sym typeface="+mn-ea"/>
            </a:endParaRPr>
          </a:p>
        </p:txBody>
      </p:sp>
      <p:cxnSp>
        <p:nvCxnSpPr>
          <p:cNvPr id="9" name="直接箭头连接符 8"/>
          <p:cNvCxnSpPr/>
          <p:nvPr/>
        </p:nvCxnSpPr>
        <p:spPr>
          <a:xfrm flipV="1">
            <a:off x="8000866" y="2850079"/>
            <a:ext cx="2360355" cy="563360"/>
          </a:xfrm>
          <a:prstGeom prst="straightConnector1">
            <a:avLst/>
          </a:prstGeom>
          <a:ln w="22225" cmpd="sng">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8000866" y="3741168"/>
            <a:ext cx="2360355" cy="1076255"/>
          </a:xfrm>
          <a:prstGeom prst="straightConnector1">
            <a:avLst/>
          </a:prstGeom>
          <a:ln w="22225" cmpd="sng">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752511" y="1883904"/>
            <a:ext cx="998991" cy="369332"/>
          </a:xfrm>
          <a:prstGeom prst="rect">
            <a:avLst/>
          </a:prstGeom>
        </p:spPr>
        <p:txBody>
          <a:bodyPr wrap="none">
            <a:spAutoFit/>
          </a:bodyPr>
          <a:lstStyle/>
          <a:p>
            <a:r>
              <a:rPr lang="en-US" altLang="zh-CN" b="1" dirty="0">
                <a:latin typeface="微软雅黑" panose="020B0503020204020204" charset="-122"/>
                <a:ea typeface="微软雅黑" panose="020B0503020204020204" charset="-122"/>
              </a:rPr>
              <a:t>NB</a:t>
            </a:r>
            <a:r>
              <a:rPr lang="zh-CN" altLang="en-US" b="1" dirty="0">
                <a:latin typeface="微软雅黑" panose="020B0503020204020204" charset="-122"/>
                <a:ea typeface="微软雅黑" panose="020B0503020204020204" charset="-122"/>
              </a:rPr>
              <a:t>网关</a:t>
            </a:r>
          </a:p>
        </p:txBody>
      </p:sp>
      <p:sp>
        <p:nvSpPr>
          <p:cNvPr id="12" name="矩形 11"/>
          <p:cNvSpPr/>
          <p:nvPr/>
        </p:nvSpPr>
        <p:spPr>
          <a:xfrm>
            <a:off x="10227364" y="1712229"/>
            <a:ext cx="1564852" cy="369332"/>
          </a:xfrm>
          <a:prstGeom prst="rect">
            <a:avLst/>
          </a:prstGeom>
        </p:spPr>
        <p:txBody>
          <a:bodyPr wrap="none">
            <a:spAutoFit/>
          </a:bodyPr>
          <a:lstStyle/>
          <a:p>
            <a:r>
              <a:rPr lang="en-US" altLang="zh-CN" b="1" dirty="0" err="1">
                <a:latin typeface="微软雅黑" panose="020B0503020204020204" charset="-122"/>
                <a:ea typeface="微软雅黑" panose="020B0503020204020204" charset="-122"/>
              </a:rPr>
              <a:t>AEP</a:t>
            </a:r>
            <a:r>
              <a:rPr lang="zh-CN" altLang="en-US" b="1" dirty="0">
                <a:latin typeface="微软雅黑" panose="020B0503020204020204" charset="-122"/>
                <a:ea typeface="微软雅黑" panose="020B0503020204020204" charset="-122"/>
              </a:rPr>
              <a:t>新增节点</a:t>
            </a:r>
          </a:p>
        </p:txBody>
      </p:sp>
      <p:sp>
        <p:nvSpPr>
          <p:cNvPr id="13" name="文本框 12"/>
          <p:cNvSpPr txBox="1"/>
          <p:nvPr/>
        </p:nvSpPr>
        <p:spPr>
          <a:xfrm>
            <a:off x="7801424" y="3455900"/>
            <a:ext cx="2514974" cy="441282"/>
          </a:xfrm>
          <a:prstGeom prst="rect">
            <a:avLst/>
          </a:prstGeom>
          <a:noFill/>
        </p:spPr>
        <p:txBody>
          <a:bodyPr wrap="square" rtlCol="0">
            <a:noAutofit/>
          </a:bodyPr>
          <a:lstStyle/>
          <a:p>
            <a:pPr algn="ctr"/>
            <a:r>
              <a:rPr lang="zh-CN" altLang="en-US" sz="1400" b="1" dirty="0">
                <a:latin typeface="微软雅黑" panose="020B0503020204020204" charset="-122"/>
                <a:ea typeface="微软雅黑" panose="020B0503020204020204" charset="-122"/>
              </a:rPr>
              <a:t>迁移至新增节点</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288161" y="261878"/>
            <a:ext cx="10314711" cy="658085"/>
          </a:xfrm>
          <a:prstGeom prst="rect">
            <a:avLst/>
          </a:prstGeom>
        </p:spPr>
        <p:txBody>
          <a:bodyPr vert="horz" lIns="91440" tIns="45720" rIns="91440" bIns="45720" rtlCol="0" anchor="ctr">
            <a:noAutofit/>
          </a:bodyPr>
          <a:lstStyle>
            <a:lvl1pPr algn="l" defTabSz="1218565" rtl="0" eaLnBrk="1" latinLnBrk="0" hangingPunct="1">
              <a:lnSpc>
                <a:spcPct val="90000"/>
              </a:lnSpc>
              <a:spcBef>
                <a:spcPct val="0"/>
              </a:spcBef>
              <a:buNone/>
              <a:defRPr lang="zh-CN" altLang="en-US" sz="2800" b="1" kern="1200" dirty="0">
                <a:solidFill>
                  <a:srgbClr val="C00000"/>
                </a:solidFill>
                <a:latin typeface="华文细黑" panose="02010600040101010101" pitchFamily="2" charset="-122"/>
                <a:ea typeface="华文细黑" panose="02010600040101010101" pitchFamily="2" charset="-122"/>
                <a:cs typeface="+mj-cs"/>
              </a:defRPr>
            </a:lvl1pPr>
          </a:lstStyle>
          <a:p>
            <a:r>
              <a:rPr lang="zh-CN" altLang="en-US" sz="2400" dirty="0">
                <a:latin typeface="微软雅黑" panose="020B0503020204020204" charset="-122"/>
                <a:ea typeface="微软雅黑" panose="020B0503020204020204" charset="-122"/>
              </a:rPr>
              <a:t>总体技术方案</a:t>
            </a:r>
          </a:p>
        </p:txBody>
      </p:sp>
      <p:sp>
        <p:nvSpPr>
          <p:cNvPr id="17" name="矩形 16"/>
          <p:cNvSpPr/>
          <p:nvPr/>
        </p:nvSpPr>
        <p:spPr>
          <a:xfrm>
            <a:off x="463718" y="1311609"/>
            <a:ext cx="5244817" cy="646331"/>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defRPr/>
            </a:pPr>
            <a:r>
              <a:rPr kumimoji="1"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终端</a:t>
            </a:r>
            <a:r>
              <a:rPr kumimoji="1" lang="zh-CN" altLang="en-US" b="1" dirty="0">
                <a:solidFill>
                  <a:srgbClr val="C00000"/>
                </a:solidFill>
                <a:latin typeface="微软雅黑" panose="020B0503020204020204" charset="-122"/>
                <a:ea typeface="微软雅黑" panose="020B0503020204020204" charset="-122"/>
              </a:rPr>
              <a:t>侧</a:t>
            </a:r>
            <a:r>
              <a:rPr kumimoji="1"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（南向）：原接入</a:t>
            </a:r>
            <a:r>
              <a:rPr kumimoji="1"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NB</a:t>
            </a:r>
            <a:r>
              <a:rPr kumimoji="1"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网关的终端，注册至新平台，且卡定向至新平台</a:t>
            </a:r>
          </a:p>
        </p:txBody>
      </p:sp>
      <p:sp>
        <p:nvSpPr>
          <p:cNvPr id="18" name="矩形 17"/>
          <p:cNvSpPr/>
          <p:nvPr/>
        </p:nvSpPr>
        <p:spPr>
          <a:xfrm>
            <a:off x="452714" y="2022450"/>
            <a:ext cx="5377430" cy="1060450"/>
          </a:xfrm>
          <a:prstGeom prst="rect">
            <a:avLst/>
          </a:prstGeom>
          <a:noFill/>
        </p:spPr>
        <p:txBody>
          <a:bodyPr wrap="square" rtlCol="0">
            <a:spAutoFit/>
          </a:bodyPr>
          <a:lstStyle/>
          <a:p>
            <a:pPr>
              <a:lnSpc>
                <a:spcPct val="150000"/>
              </a:lnSpc>
            </a:pPr>
            <a:r>
              <a:rPr lang="en-US" altLang="zh-CN" sz="1400" dirty="0">
                <a:solidFill>
                  <a:srgbClr val="080808"/>
                </a:solidFill>
                <a:latin typeface="微软雅黑" panose="020B0503020204020204" charset="-122"/>
                <a:ea typeface="微软雅黑" panose="020B0503020204020204" charset="-122"/>
              </a:rPr>
              <a:t>1</a:t>
            </a:r>
            <a:r>
              <a:rPr lang="zh-CN" altLang="en-US" sz="1400" dirty="0">
                <a:solidFill>
                  <a:srgbClr val="080808"/>
                </a:solidFill>
                <a:latin typeface="微软雅黑" panose="020B0503020204020204" charset="-122"/>
                <a:ea typeface="微软雅黑" panose="020B0503020204020204" charset="-122"/>
              </a:rPr>
              <a:t>、新平台</a:t>
            </a:r>
            <a:r>
              <a:rPr lang="zh-CN" altLang="en-US" sz="1400" dirty="0">
                <a:solidFill>
                  <a:prstClr val="black"/>
                </a:solidFill>
                <a:latin typeface="微软雅黑" panose="020B0503020204020204" charset="-122"/>
                <a:ea typeface="微软雅黑" panose="020B0503020204020204" charset="-122"/>
              </a:rPr>
              <a:t>对标</a:t>
            </a:r>
            <a:r>
              <a:rPr lang="en-US" altLang="zh-CN" sz="1400" dirty="0">
                <a:solidFill>
                  <a:prstClr val="black"/>
                </a:solidFill>
                <a:latin typeface="微软雅黑" panose="020B0503020204020204" charset="-122"/>
                <a:ea typeface="微软雅黑" panose="020B0503020204020204" charset="-122"/>
              </a:rPr>
              <a:t>NB</a:t>
            </a:r>
            <a:r>
              <a:rPr lang="zh-CN" altLang="en-US" sz="1400" dirty="0">
                <a:solidFill>
                  <a:prstClr val="black"/>
                </a:solidFill>
                <a:latin typeface="微软雅黑" panose="020B0503020204020204" charset="-122"/>
                <a:ea typeface="微软雅黑" panose="020B0503020204020204" charset="-122"/>
              </a:rPr>
              <a:t>网关，</a:t>
            </a:r>
            <a:r>
              <a:rPr lang="zh-CN" altLang="en-US" sz="1400" dirty="0">
                <a:latin typeface="微软雅黑" panose="020B0503020204020204" charset="-122"/>
                <a:ea typeface="微软雅黑" panose="020B0503020204020204" charset="-122"/>
              </a:rPr>
              <a:t>兼容</a:t>
            </a:r>
            <a:r>
              <a:rPr lang="en-US" altLang="zh-CN" sz="1400" dirty="0">
                <a:latin typeface="微软雅黑" panose="020B0503020204020204" charset="-122"/>
                <a:ea typeface="微软雅黑" panose="020B0503020204020204" charset="-122"/>
                <a:cs typeface="+mn-ea"/>
              </a:rPr>
              <a:t>NB</a:t>
            </a:r>
            <a:r>
              <a:rPr lang="zh-CN" altLang="en-US" sz="1400" dirty="0">
                <a:latin typeface="微软雅黑" panose="020B0503020204020204" charset="-122"/>
                <a:ea typeface="微软雅黑" panose="020B0503020204020204" charset="-122"/>
                <a:cs typeface="+mn-ea"/>
              </a:rPr>
              <a:t>网关，支持</a:t>
            </a:r>
            <a:r>
              <a:rPr lang="en-US" altLang="zh-CN" sz="1400" dirty="0">
                <a:latin typeface="微软雅黑" panose="020B0503020204020204" charset="-122"/>
                <a:ea typeface="微软雅黑" panose="020B0503020204020204" charset="-122"/>
                <a:cs typeface="+mn-ea"/>
              </a:rPr>
              <a:t>profile</a:t>
            </a:r>
            <a:r>
              <a:rPr lang="zh-CN" altLang="en-US" sz="1400" dirty="0">
                <a:latin typeface="微软雅黑" panose="020B0503020204020204" charset="-122"/>
                <a:ea typeface="微软雅黑" panose="020B0503020204020204" charset="-122"/>
                <a:cs typeface="+mn-ea"/>
              </a:rPr>
              <a:t>对接方式</a:t>
            </a:r>
            <a:endParaRPr lang="en-US" altLang="zh-CN" sz="1400" dirty="0">
              <a:latin typeface="微软雅黑" panose="020B0503020204020204" charset="-122"/>
              <a:ea typeface="微软雅黑" panose="020B0503020204020204" charset="-122"/>
              <a:cs typeface="+mn-ea"/>
            </a:endParaRPr>
          </a:p>
          <a:p>
            <a:pPr>
              <a:lnSpc>
                <a:spcPct val="150000"/>
              </a:lnSpc>
            </a:pPr>
            <a:r>
              <a:rPr lang="en-US" altLang="zh-CN" sz="1400" dirty="0">
                <a:solidFill>
                  <a:srgbClr val="080808"/>
                </a:solidFill>
                <a:latin typeface="微软雅黑" panose="020B0503020204020204" charset="-122"/>
                <a:ea typeface="微软雅黑" panose="020B0503020204020204" charset="-122"/>
              </a:rPr>
              <a:t>2</a:t>
            </a:r>
            <a:r>
              <a:rPr lang="zh-CN" altLang="en-US" sz="1400" dirty="0">
                <a:solidFill>
                  <a:srgbClr val="080808"/>
                </a:solidFill>
                <a:latin typeface="微软雅黑" panose="020B0503020204020204" charset="-122"/>
                <a:ea typeface="微软雅黑" panose="020B0503020204020204" charset="-122"/>
              </a:rPr>
              <a:t>、</a:t>
            </a:r>
            <a:r>
              <a:rPr lang="zh-CN" altLang="en-US" sz="1400" b="1" dirty="0">
                <a:solidFill>
                  <a:srgbClr val="C00000"/>
                </a:solidFill>
                <a:latin typeface="微软雅黑" panose="020B0503020204020204" charset="-122"/>
                <a:ea typeface="微软雅黑" panose="020B0503020204020204" charset="-122"/>
              </a:rPr>
              <a:t>终端迁移</a:t>
            </a:r>
            <a:r>
              <a:rPr lang="zh-CN" altLang="en-US" sz="1400" dirty="0">
                <a:solidFill>
                  <a:srgbClr val="080808"/>
                </a:solidFill>
                <a:latin typeface="微软雅黑" panose="020B0503020204020204" charset="-122"/>
                <a:ea typeface="微软雅黑" panose="020B0503020204020204" charset="-122"/>
              </a:rPr>
              <a:t>：</a:t>
            </a:r>
            <a:r>
              <a:rPr lang="zh-CN" altLang="en-US" sz="1400" b="1" dirty="0">
                <a:solidFill>
                  <a:srgbClr val="FF0000"/>
                </a:solidFill>
                <a:latin typeface="微软雅黑" panose="020B0503020204020204" charset="-122"/>
                <a:ea typeface="微软雅黑" panose="020B0503020204020204" charset="-122"/>
              </a:rPr>
              <a:t>现有终端地址无需改动</a:t>
            </a:r>
            <a:r>
              <a:rPr lang="zh-CN" altLang="en-US" sz="1400" dirty="0">
                <a:solidFill>
                  <a:srgbClr val="080808"/>
                </a:solidFill>
                <a:latin typeface="微软雅黑" panose="020B0503020204020204" charset="-122"/>
                <a:ea typeface="微软雅黑" panose="020B0503020204020204" charset="-122"/>
              </a:rPr>
              <a:t>，</a:t>
            </a:r>
            <a:r>
              <a:rPr kumimoji="1" lang="zh-CN" altLang="en-US" sz="1400" dirty="0">
                <a:latin typeface="微软雅黑" panose="020B0503020204020204" charset="-122"/>
                <a:ea typeface="微软雅黑" panose="020B0503020204020204" charset="-122"/>
                <a:cs typeface="微软雅黑" panose="020B0503020204020204" charset="-122"/>
                <a:sym typeface="Calibri" panose="020F0502020204030204" pitchFamily="34" charset="0"/>
              </a:rPr>
              <a:t>通过电信</a:t>
            </a:r>
            <a:r>
              <a:rPr kumimoji="1" lang="en-US" altLang="zh-CN" sz="1400" dirty="0">
                <a:latin typeface="微软雅黑" panose="020B0503020204020204" charset="-122"/>
                <a:ea typeface="微软雅黑" panose="020B0503020204020204" charset="-122"/>
                <a:cs typeface="微软雅黑" panose="020B0503020204020204" charset="-122"/>
                <a:sym typeface="Calibri" panose="020F0502020204030204" pitchFamily="34" charset="0"/>
              </a:rPr>
              <a:t>CRM</a:t>
            </a:r>
            <a:r>
              <a:rPr kumimoji="1" lang="zh-CN" altLang="en-US" sz="1400" dirty="0">
                <a:latin typeface="微软雅黑" panose="020B0503020204020204" charset="-122"/>
                <a:ea typeface="微软雅黑" panose="020B0503020204020204" charset="-122"/>
                <a:cs typeface="微软雅黑" panose="020B0503020204020204" charset="-122"/>
                <a:sym typeface="Calibri" panose="020F0502020204030204" pitchFamily="34" charset="0"/>
              </a:rPr>
              <a:t>业务受理可实现</a:t>
            </a:r>
            <a:r>
              <a:rPr kumimoji="1" lang="en-US" altLang="zh-CN" sz="1400" dirty="0">
                <a:latin typeface="微软雅黑" panose="020B0503020204020204" charset="-122"/>
                <a:ea typeface="微软雅黑" panose="020B0503020204020204" charset="-122"/>
                <a:cs typeface="微软雅黑" panose="020B0503020204020204" charset="-122"/>
                <a:sym typeface="Calibri" panose="020F0502020204030204" pitchFamily="34" charset="0"/>
              </a:rPr>
              <a:t>NB</a:t>
            </a:r>
            <a:r>
              <a:rPr kumimoji="1" lang="zh-CN" altLang="en-US" sz="1400" dirty="0">
                <a:latin typeface="微软雅黑" panose="020B0503020204020204" charset="-122"/>
                <a:ea typeface="微软雅黑" panose="020B0503020204020204" charset="-122"/>
                <a:cs typeface="微软雅黑" panose="020B0503020204020204" charset="-122"/>
                <a:sym typeface="Calibri" panose="020F0502020204030204" pitchFamily="34" charset="0"/>
              </a:rPr>
              <a:t>网关设备数据链路迁移新平台</a:t>
            </a:r>
            <a:endParaRPr lang="zh-CN" altLang="en-US" sz="1400" dirty="0">
              <a:solidFill>
                <a:srgbClr val="080808"/>
              </a:solidFill>
              <a:latin typeface="微软雅黑" panose="020B0503020204020204" charset="-122"/>
              <a:ea typeface="微软雅黑" panose="020B0503020204020204" charset="-122"/>
            </a:endParaRPr>
          </a:p>
        </p:txBody>
      </p:sp>
      <p:sp>
        <p:nvSpPr>
          <p:cNvPr id="19" name="文本框 18"/>
          <p:cNvSpPr txBox="1"/>
          <p:nvPr/>
        </p:nvSpPr>
        <p:spPr>
          <a:xfrm>
            <a:off x="403880" y="3847431"/>
            <a:ext cx="5414912" cy="2676525"/>
          </a:xfrm>
          <a:prstGeom prst="rect">
            <a:avLst/>
          </a:prstGeom>
          <a:noFill/>
        </p:spPr>
        <p:txBody>
          <a:bodyPr wrap="square" rtlCol="0">
            <a:spAutoFit/>
          </a:bodyPr>
          <a:lstStyle/>
          <a:p>
            <a:pPr defTabSz="658495" fontAlgn="base">
              <a:lnSpc>
                <a:spcPct val="150000"/>
              </a:lnSpc>
              <a:spcBef>
                <a:spcPct val="0"/>
              </a:spcBef>
              <a:spcAft>
                <a:spcPct val="0"/>
              </a:spcAft>
            </a:pPr>
            <a:r>
              <a:rPr kumimoji="0" lang="en-US" altLang="zh-CN" sz="14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rPr>
              <a:t>1</a:t>
            </a:r>
            <a:r>
              <a:rPr kumimoji="0" lang="zh-CN" altLang="en-US" sz="14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rPr>
              <a:t>、</a:t>
            </a:r>
            <a:r>
              <a:rPr lang="zh-CN" altLang="en-US" sz="1400" noProof="0" dirty="0">
                <a:ln>
                  <a:noFill/>
                </a:ln>
                <a:solidFill>
                  <a:srgbClr val="080808"/>
                </a:solidFill>
                <a:effectLst/>
                <a:uLnTx/>
                <a:uFillTx/>
                <a:latin typeface="微软雅黑" panose="020B0503020204020204" charset="-122"/>
                <a:ea typeface="微软雅黑" panose="020B0503020204020204" charset="-122"/>
                <a:sym typeface="+mn-ea"/>
              </a:rPr>
              <a:t>在</a:t>
            </a:r>
            <a:r>
              <a:rPr lang="zh-CN" altLang="en-US" sz="1400" noProof="0" dirty="0">
                <a:solidFill>
                  <a:srgbClr val="080808"/>
                </a:solidFill>
                <a:latin typeface="微软雅黑" panose="020B0503020204020204" charset="-122"/>
                <a:ea typeface="微软雅黑" panose="020B0503020204020204" charset="-122"/>
                <a:sym typeface="+mn-ea"/>
              </a:rPr>
              <a:t>新</a:t>
            </a:r>
            <a:r>
              <a:rPr lang="zh-CN" altLang="en-US" sz="1400" noProof="0" dirty="0">
                <a:ln>
                  <a:noFill/>
                </a:ln>
                <a:solidFill>
                  <a:srgbClr val="080808"/>
                </a:solidFill>
                <a:effectLst/>
                <a:uLnTx/>
                <a:uFillTx/>
                <a:latin typeface="微软雅黑" panose="020B0503020204020204" charset="-122"/>
                <a:ea typeface="微软雅黑" panose="020B0503020204020204" charset="-122"/>
                <a:sym typeface="+mn-ea"/>
              </a:rPr>
              <a:t>平台上完成应用创建、</a:t>
            </a:r>
            <a:r>
              <a:rPr lang="zh-CN" altLang="en-US" sz="1400" dirty="0">
                <a:solidFill>
                  <a:srgbClr val="080808"/>
                </a:solidFill>
                <a:latin typeface="微软雅黑" panose="020B0503020204020204" charset="-122"/>
                <a:ea typeface="微软雅黑" panose="020B0503020204020204" charset="-122"/>
                <a:sym typeface="+mn-ea"/>
              </a:rPr>
              <a:t>添加</a:t>
            </a:r>
            <a:r>
              <a:rPr lang="zh-CN" altLang="en-US" sz="1400" noProof="0" dirty="0">
                <a:ln>
                  <a:noFill/>
                </a:ln>
                <a:solidFill>
                  <a:srgbClr val="080808"/>
                </a:solidFill>
                <a:effectLst/>
                <a:uLnTx/>
                <a:uFillTx/>
                <a:latin typeface="微软雅黑" panose="020B0503020204020204" charset="-122"/>
                <a:ea typeface="微软雅黑" panose="020B0503020204020204" charset="-122"/>
                <a:sym typeface="+mn-ea"/>
              </a:rPr>
              <a:t>订阅推</a:t>
            </a:r>
            <a:r>
              <a:rPr lang="zh-CN" altLang="en-US" sz="1400" dirty="0">
                <a:solidFill>
                  <a:srgbClr val="080808"/>
                </a:solidFill>
                <a:latin typeface="微软雅黑" panose="020B0503020204020204" charset="-122"/>
                <a:ea typeface="微软雅黑" panose="020B0503020204020204" charset="-122"/>
                <a:sym typeface="+mn-ea"/>
              </a:rPr>
              <a:t>送配置，客户业务应用能够接收到新平台的推送消息</a:t>
            </a:r>
            <a:r>
              <a:rPr lang="zh-CN" altLang="en-US" sz="1400" noProof="0" dirty="0">
                <a:ln>
                  <a:noFill/>
                </a:ln>
                <a:solidFill>
                  <a:srgbClr val="080808"/>
                </a:solidFill>
                <a:effectLst/>
                <a:uLnTx/>
                <a:uFillTx/>
                <a:latin typeface="微软雅黑" panose="020B0503020204020204" charset="-122"/>
                <a:ea typeface="微软雅黑" panose="020B0503020204020204" charset="-122"/>
                <a:sym typeface="+mn-ea"/>
              </a:rPr>
              <a:t>。</a:t>
            </a:r>
            <a:endParaRPr kumimoji="0" lang="zh-CN" altLang="en-US" sz="14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endParaRPr>
          </a:p>
          <a:p>
            <a:pPr defTabSz="658495" fontAlgn="base">
              <a:lnSpc>
                <a:spcPct val="150000"/>
              </a:lnSpc>
              <a:spcBef>
                <a:spcPct val="0"/>
              </a:spcBef>
              <a:spcAft>
                <a:spcPct val="0"/>
              </a:spcAft>
            </a:pPr>
            <a:r>
              <a:rPr lang="en-US" altLang="zh-CN" sz="1400" dirty="0">
                <a:solidFill>
                  <a:prstClr val="black"/>
                </a:solidFill>
                <a:latin typeface="微软雅黑" panose="020B0503020204020204" charset="-122"/>
                <a:ea typeface="微软雅黑" panose="020B0503020204020204" charset="-122"/>
              </a:rPr>
              <a:t>2</a:t>
            </a:r>
            <a:r>
              <a:rPr lang="zh-CN" altLang="en-US" sz="1400" dirty="0">
                <a:solidFill>
                  <a:prstClr val="black"/>
                </a:solidFill>
                <a:latin typeface="微软雅黑" panose="020B0503020204020204" charset="-122"/>
                <a:ea typeface="微软雅黑" panose="020B0503020204020204" charset="-122"/>
              </a:rPr>
              <a:t>、客户业务应用修改对接到新平台，能够在新平台完成</a:t>
            </a:r>
            <a:r>
              <a:rPr lang="en-US" altLang="zh-CN" sz="1400" dirty="0">
                <a:solidFill>
                  <a:prstClr val="black"/>
                </a:solidFill>
                <a:latin typeface="微软雅黑" panose="020B0503020204020204" charset="-122"/>
                <a:ea typeface="微软雅黑" panose="020B0503020204020204" charset="-122"/>
              </a:rPr>
              <a:t>API</a:t>
            </a:r>
            <a:r>
              <a:rPr lang="zh-CN" altLang="en-US" sz="1400" dirty="0">
                <a:solidFill>
                  <a:prstClr val="black"/>
                </a:solidFill>
                <a:latin typeface="微软雅黑" panose="020B0503020204020204" charset="-122"/>
                <a:ea typeface="微软雅黑" panose="020B0503020204020204" charset="-122"/>
              </a:rPr>
              <a:t>调用（如指令下发）</a:t>
            </a:r>
          </a:p>
          <a:p>
            <a:pPr marL="285750" indent="-285750">
              <a:lnSpc>
                <a:spcPct val="150000"/>
              </a:lnSpc>
              <a:buFont typeface="Wingdings" panose="05000000000000000000" pitchFamily="2" charset="2"/>
              <a:buChar char="Ø"/>
            </a:pPr>
            <a:r>
              <a:rPr lang="zh-CN" altLang="en-US" sz="1400" dirty="0">
                <a:solidFill>
                  <a:prstClr val="black"/>
                </a:solidFill>
                <a:latin typeface="微软雅黑" panose="020B0503020204020204" charset="-122"/>
                <a:ea typeface="微软雅黑" panose="020B0503020204020204" charset="-122"/>
                <a:sym typeface="+mn-ea"/>
              </a:rPr>
              <a:t>方式一：应用使用AEP自有SDK按原生接口对接改造，并梳理迁移设备与卡号信息，满足分批迁移</a:t>
            </a:r>
            <a:endParaRPr lang="zh-CN" altLang="en-US" sz="1400" b="1" dirty="0">
              <a:latin typeface="微软雅黑" panose="020B0503020204020204" charset="-122"/>
              <a:cs typeface="微软雅黑" panose="020B0503020204020204" charset="-122"/>
              <a:sym typeface="+mn-ea"/>
            </a:endParaRPr>
          </a:p>
          <a:p>
            <a:pPr marL="285750" indent="-285750">
              <a:lnSpc>
                <a:spcPct val="150000"/>
              </a:lnSpc>
              <a:buFont typeface="Wingdings" panose="05000000000000000000" pitchFamily="2" charset="2"/>
              <a:buChar char="Ø"/>
            </a:pPr>
            <a:r>
              <a:rPr lang="zh-CN" altLang="en-US" sz="1400" dirty="0">
                <a:solidFill>
                  <a:prstClr val="black"/>
                </a:solidFill>
                <a:latin typeface="微软雅黑" panose="020B0503020204020204" charset="-122"/>
                <a:ea typeface="微软雅黑" panose="020B0503020204020204" charset="-122"/>
                <a:sym typeface="+mn-ea"/>
              </a:rPr>
              <a:t>方式二：应用使用NB网关SDK，调用兼容NB网关接口完成AEP对接改造。应用仅需修改北向调用域名，可按应用整体迁移。</a:t>
            </a:r>
            <a:endParaRPr kumimoji="0" lang="zh-CN" altLang="en-US" sz="14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endParaRPr>
          </a:p>
        </p:txBody>
      </p:sp>
      <p:sp>
        <p:nvSpPr>
          <p:cNvPr id="20" name="矩形 19"/>
          <p:cNvSpPr/>
          <p:nvPr/>
        </p:nvSpPr>
        <p:spPr>
          <a:xfrm>
            <a:off x="403880" y="3201446"/>
            <a:ext cx="5364494" cy="646331"/>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n"/>
              <a:defRPr/>
            </a:pPr>
            <a:r>
              <a:rPr kumimoji="1" lang="zh-CN" altLang="en-US"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应用侧（北向）：原对接</a:t>
            </a:r>
            <a:r>
              <a:rPr kumimoji="1" lang="en-US" altLang="zh-CN"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NB</a:t>
            </a:r>
            <a:r>
              <a:rPr kumimoji="1" lang="zh-CN" altLang="en-US"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网关的应用，改造对接至</a:t>
            </a:r>
            <a:r>
              <a:rPr kumimoji="1" lang="en-US" altLang="zh-CN" b="1"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rPr>
              <a:t>AEP</a:t>
            </a:r>
            <a:r>
              <a:rPr kumimoji="1" lang="zh-CN" altLang="en-US"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新平台</a:t>
            </a:r>
          </a:p>
        </p:txBody>
      </p:sp>
      <p:grpSp>
        <p:nvGrpSpPr>
          <p:cNvPr id="21" name="组合 20"/>
          <p:cNvGrpSpPr/>
          <p:nvPr/>
        </p:nvGrpSpPr>
        <p:grpSpPr>
          <a:xfrm>
            <a:off x="6271597" y="1047130"/>
            <a:ext cx="5672064" cy="5225372"/>
            <a:chOff x="5814021" y="1828927"/>
            <a:chExt cx="6419917" cy="4181434"/>
          </a:xfrm>
        </p:grpSpPr>
        <p:sp>
          <p:nvSpPr>
            <p:cNvPr id="22" name="下箭头 39"/>
            <p:cNvSpPr/>
            <p:nvPr>
              <p:custDataLst>
                <p:tags r:id="rId3"/>
              </p:custDataLst>
            </p:nvPr>
          </p:nvSpPr>
          <p:spPr>
            <a:xfrm>
              <a:off x="6518383" y="2576703"/>
              <a:ext cx="153740" cy="883888"/>
            </a:xfrm>
            <a:prstGeom prst="downArrow">
              <a:avLst/>
            </a:prstGeom>
            <a:solidFill>
              <a:schemeClr val="tx1">
                <a:lumMod val="50000"/>
                <a:lumOff val="50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dirty="0">
                <a:solidFill>
                  <a:srgbClr val="FF0000"/>
                </a:solidFill>
                <a:latin typeface="微软雅黑" panose="020B0503020204020204" charset="-122"/>
                <a:ea typeface="微软雅黑" panose="020B0503020204020204" charset="-122"/>
              </a:endParaRPr>
            </a:p>
          </p:txBody>
        </p:sp>
        <p:sp>
          <p:nvSpPr>
            <p:cNvPr id="23" name="下箭头 40"/>
            <p:cNvSpPr/>
            <p:nvPr>
              <p:custDataLst>
                <p:tags r:id="rId4"/>
              </p:custDataLst>
            </p:nvPr>
          </p:nvSpPr>
          <p:spPr>
            <a:xfrm rot="10800000">
              <a:off x="6914578" y="2572471"/>
              <a:ext cx="176102" cy="888120"/>
            </a:xfrm>
            <a:prstGeom prst="downArrow">
              <a:avLst/>
            </a:prstGeom>
            <a:solidFill>
              <a:schemeClr val="tx1">
                <a:lumMod val="50000"/>
                <a:lumOff val="50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dirty="0">
                <a:solidFill>
                  <a:srgbClr val="FF0000"/>
                </a:solidFill>
                <a:latin typeface="微软雅黑" panose="020B0503020204020204" charset="-122"/>
                <a:ea typeface="微软雅黑" panose="020B0503020204020204" charset="-122"/>
              </a:endParaRPr>
            </a:p>
          </p:txBody>
        </p:sp>
        <p:sp>
          <p:nvSpPr>
            <p:cNvPr id="24" name="文本框 23"/>
            <p:cNvSpPr txBox="1"/>
            <p:nvPr>
              <p:custDataLst>
                <p:tags r:id="rId5"/>
              </p:custDataLst>
            </p:nvPr>
          </p:nvSpPr>
          <p:spPr>
            <a:xfrm>
              <a:off x="6004328" y="2853471"/>
              <a:ext cx="569674" cy="246289"/>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API</a:t>
              </a:r>
              <a:endParaRPr kumimoji="0" lang="zh-CN" altLang="en-US" sz="14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25" name="文本框 24"/>
            <p:cNvSpPr txBox="1"/>
            <p:nvPr>
              <p:custDataLst>
                <p:tags r:id="rId6"/>
              </p:custDataLst>
            </p:nvPr>
          </p:nvSpPr>
          <p:spPr>
            <a:xfrm>
              <a:off x="6978573" y="2802501"/>
              <a:ext cx="584771" cy="418690"/>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推送</a:t>
              </a:r>
            </a:p>
          </p:txBody>
        </p:sp>
        <p:sp>
          <p:nvSpPr>
            <p:cNvPr id="26" name="矩形: 圆角 25"/>
            <p:cNvSpPr/>
            <p:nvPr>
              <p:custDataLst>
                <p:tags r:id="rId7"/>
              </p:custDataLst>
            </p:nvPr>
          </p:nvSpPr>
          <p:spPr>
            <a:xfrm>
              <a:off x="6005670" y="3473281"/>
              <a:ext cx="5847148" cy="929634"/>
            </a:xfrm>
            <a:prstGeom prst="roundRect">
              <a:avLst/>
            </a:prstGeom>
            <a:solidFill>
              <a:schemeClr val="bg2"/>
            </a:solidFill>
            <a:ln w="19050" cap="rnd" cmpd="sng" algn="ctr">
              <a:solidFill>
                <a:schemeClr val="tx1"/>
              </a:solidFill>
              <a:prstDash val="sysDash"/>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b="1"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sp>
          <p:nvSpPr>
            <p:cNvPr id="27" name="上下箭头 56"/>
            <p:cNvSpPr/>
            <p:nvPr>
              <p:custDataLst>
                <p:tags r:id="rId8"/>
              </p:custDataLst>
            </p:nvPr>
          </p:nvSpPr>
          <p:spPr>
            <a:xfrm>
              <a:off x="6809031" y="4487983"/>
              <a:ext cx="239834" cy="873236"/>
            </a:xfrm>
            <a:prstGeom prst="upDownArrow">
              <a:avLst/>
            </a:prstGeom>
            <a:solidFill>
              <a:schemeClr val="tx2">
                <a:lumMod val="75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dirty="0">
                <a:solidFill>
                  <a:srgbClr val="FF0000"/>
                </a:solidFill>
                <a:latin typeface="微软雅黑" panose="020B0503020204020204" charset="-122"/>
                <a:ea typeface="微软雅黑" panose="020B0503020204020204" charset="-122"/>
              </a:endParaRPr>
            </a:p>
          </p:txBody>
        </p:sp>
        <p:sp>
          <p:nvSpPr>
            <p:cNvPr id="28" name="椭圆 27"/>
            <p:cNvSpPr/>
            <p:nvPr>
              <p:custDataLst>
                <p:tags r:id="rId9"/>
              </p:custDataLst>
            </p:nvPr>
          </p:nvSpPr>
          <p:spPr>
            <a:xfrm>
              <a:off x="6096796" y="5428897"/>
              <a:ext cx="1555798" cy="451658"/>
            </a:xfrm>
            <a:prstGeom prst="ellipse">
              <a:avLst/>
            </a:prstGeom>
            <a:solidFill>
              <a:schemeClr val="tx2">
                <a:lumMod val="75000"/>
              </a:schemeClr>
            </a:solidFill>
            <a:ln w="19050" cap="rnd"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NB</a:t>
              </a:r>
              <a:r>
                <a:rPr kumimoji="0" lang="zh-CN" altLang="en-US" sz="1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网关存量设备</a:t>
              </a:r>
            </a:p>
          </p:txBody>
        </p:sp>
        <p:grpSp>
          <p:nvGrpSpPr>
            <p:cNvPr id="29" name="组合 28"/>
            <p:cNvGrpSpPr/>
            <p:nvPr/>
          </p:nvGrpSpPr>
          <p:grpSpPr>
            <a:xfrm>
              <a:off x="6165560" y="3732244"/>
              <a:ext cx="1761122" cy="562575"/>
              <a:chOff x="4409089" y="1533254"/>
              <a:chExt cx="2117332" cy="950465"/>
            </a:xfrm>
          </p:grpSpPr>
          <p:sp>
            <p:nvSpPr>
              <p:cNvPr id="46" name="矩形 45"/>
              <p:cNvSpPr/>
              <p:nvPr>
                <p:custDataLst>
                  <p:tags r:id="rId22"/>
                </p:custDataLst>
              </p:nvPr>
            </p:nvSpPr>
            <p:spPr>
              <a:xfrm>
                <a:off x="4409089" y="1543947"/>
                <a:ext cx="2117332" cy="939772"/>
              </a:xfrm>
              <a:prstGeom prst="rect">
                <a:avLst/>
              </a:prstGeom>
              <a:solidFill>
                <a:srgbClr val="FFBD47"/>
              </a:solidFill>
              <a:ln w="19050" cap="rnd"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altLang="zh-CN" sz="16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6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NB</a:t>
                </a:r>
                <a:r>
                  <a:rPr kumimoji="0" lang="zh-CN" altLang="en-US" sz="16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网关</a:t>
                </a:r>
              </a:p>
            </p:txBody>
          </p:sp>
          <p:sp>
            <p:nvSpPr>
              <p:cNvPr id="47" name="流程图: 过程 46"/>
              <p:cNvSpPr/>
              <p:nvPr>
                <p:custDataLst>
                  <p:tags r:id="rId23"/>
                </p:custDataLst>
              </p:nvPr>
            </p:nvSpPr>
            <p:spPr>
              <a:xfrm>
                <a:off x="4713898" y="1533254"/>
                <a:ext cx="1482996" cy="343816"/>
              </a:xfrm>
              <a:prstGeom prst="flowChartProcess">
                <a:avLst/>
              </a:prstGeom>
              <a:solidFill>
                <a:srgbClr val="B64926"/>
              </a:solidFill>
              <a:ln w="19050" cap="rnd"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1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NB</a:t>
                </a:r>
                <a:r>
                  <a:rPr kumimoji="0" lang="zh-CN" altLang="en-US" sz="11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网关</a:t>
                </a:r>
                <a:r>
                  <a:rPr kumimoji="0" lang="en-US" altLang="zh-CN" sz="11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API</a:t>
                </a:r>
                <a:endParaRPr kumimoji="0" lang="zh-CN" altLang="en-US" sz="11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sp>
          <p:nvSpPr>
            <p:cNvPr id="30" name="文本框 29"/>
            <p:cNvSpPr txBox="1"/>
            <p:nvPr>
              <p:custDataLst>
                <p:tags r:id="rId10"/>
              </p:custDataLst>
            </p:nvPr>
          </p:nvSpPr>
          <p:spPr>
            <a:xfrm>
              <a:off x="6959417" y="4663288"/>
              <a:ext cx="1211469" cy="203188"/>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lang="en-US" altLang="zh-CN" sz="1050" b="1" kern="0" dirty="0">
                  <a:solidFill>
                    <a:prstClr val="black"/>
                  </a:solidFill>
                  <a:latin typeface="微软雅黑" panose="020B0503020204020204" charset="-122"/>
                  <a:ea typeface="微软雅黑" panose="020B0503020204020204" charset="-122"/>
                  <a:cs typeface="+mn-ea"/>
                  <a:sym typeface="+mn-lt"/>
                </a:rPr>
                <a:t>LwM2M</a:t>
              </a:r>
              <a:endParaRPr kumimoji="0" lang="zh-CN" altLang="en-US" sz="105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31" name="矩形 30"/>
            <p:cNvSpPr/>
            <p:nvPr>
              <p:custDataLst>
                <p:tags r:id="rId11"/>
              </p:custDataLst>
            </p:nvPr>
          </p:nvSpPr>
          <p:spPr>
            <a:xfrm>
              <a:off x="5908395" y="4663288"/>
              <a:ext cx="972754" cy="344803"/>
            </a:xfrm>
            <a:prstGeom prst="rect">
              <a:avLst/>
            </a:prstGeom>
          </p:spPr>
          <p:txBody>
            <a:bodyPr wrap="square">
              <a:spAutoFit/>
            </a:bodyPr>
            <a:lstStyle/>
            <a:p>
              <a:pPr lvl="0" algn="ctr" fontAlgn="base">
                <a:spcBef>
                  <a:spcPct val="0"/>
                </a:spcBef>
                <a:spcAft>
                  <a:spcPct val="0"/>
                </a:spcAft>
                <a:defRPr/>
              </a:pPr>
              <a:r>
                <a:rPr lang="en-US" altLang="zh-CN" sz="1100" b="1" kern="0" dirty="0">
                  <a:latin typeface="微软雅黑" panose="020B0503020204020204" charset="-122"/>
                  <a:ea typeface="微软雅黑" panose="020B0503020204020204" charset="-122"/>
                  <a:cs typeface="+mn-ea"/>
                  <a:sym typeface="+mn-lt"/>
                </a:rPr>
                <a:t>Profile/</a:t>
              </a:r>
              <a:r>
                <a:rPr lang="zh-CN" altLang="en-US" sz="1100" b="1" kern="0" dirty="0">
                  <a:latin typeface="微软雅黑" panose="020B0503020204020204" charset="-122"/>
                  <a:ea typeface="微软雅黑" panose="020B0503020204020204" charset="-122"/>
                  <a:cs typeface="+mn-ea"/>
                  <a:sym typeface="+mn-lt"/>
                </a:rPr>
                <a:t>编解码插件</a:t>
              </a:r>
            </a:p>
          </p:txBody>
        </p:sp>
        <p:sp>
          <p:nvSpPr>
            <p:cNvPr id="32" name="下箭头 50"/>
            <p:cNvSpPr/>
            <p:nvPr>
              <p:custDataLst>
                <p:tags r:id="rId12"/>
              </p:custDataLst>
            </p:nvPr>
          </p:nvSpPr>
          <p:spPr>
            <a:xfrm rot="10800000">
              <a:off x="10942336" y="2555553"/>
              <a:ext cx="165467" cy="880679"/>
            </a:xfrm>
            <a:prstGeom prst="downArrow">
              <a:avLst/>
            </a:prstGeom>
            <a:solidFill>
              <a:srgbClr val="FF0000"/>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dirty="0">
                <a:solidFill>
                  <a:srgbClr val="FF0000"/>
                </a:solidFill>
                <a:latin typeface="微软雅黑" panose="020B0503020204020204" charset="-122"/>
                <a:ea typeface="微软雅黑" panose="020B0503020204020204" charset="-122"/>
              </a:endParaRPr>
            </a:p>
          </p:txBody>
        </p:sp>
        <p:sp>
          <p:nvSpPr>
            <p:cNvPr id="33" name="文本框 32"/>
            <p:cNvSpPr txBox="1"/>
            <p:nvPr>
              <p:custDataLst>
                <p:tags r:id="rId13"/>
              </p:custDataLst>
            </p:nvPr>
          </p:nvSpPr>
          <p:spPr>
            <a:xfrm>
              <a:off x="11177168" y="2742916"/>
              <a:ext cx="472572" cy="418690"/>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推送</a:t>
              </a:r>
            </a:p>
          </p:txBody>
        </p:sp>
        <p:sp>
          <p:nvSpPr>
            <p:cNvPr id="34" name="下箭头 54"/>
            <p:cNvSpPr/>
            <p:nvPr>
              <p:custDataLst>
                <p:tags r:id="rId14"/>
              </p:custDataLst>
            </p:nvPr>
          </p:nvSpPr>
          <p:spPr>
            <a:xfrm>
              <a:off x="10578175" y="2555552"/>
              <a:ext cx="159102" cy="905037"/>
            </a:xfrm>
            <a:prstGeom prst="downArrow">
              <a:avLst/>
            </a:prstGeom>
            <a:solidFill>
              <a:srgbClr val="FF0000"/>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dirty="0">
                <a:solidFill>
                  <a:srgbClr val="FF0000"/>
                </a:solidFill>
                <a:latin typeface="微软雅黑" panose="020B0503020204020204" charset="-122"/>
                <a:ea typeface="微软雅黑" panose="020B0503020204020204" charset="-122"/>
              </a:endParaRPr>
            </a:p>
          </p:txBody>
        </p:sp>
        <p:sp>
          <p:nvSpPr>
            <p:cNvPr id="35" name="文本框 34"/>
            <p:cNvSpPr txBox="1"/>
            <p:nvPr>
              <p:custDataLst>
                <p:tags r:id="rId15"/>
              </p:custDataLst>
            </p:nvPr>
          </p:nvSpPr>
          <p:spPr>
            <a:xfrm>
              <a:off x="10082626" y="2844677"/>
              <a:ext cx="592597" cy="246289"/>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API</a:t>
              </a:r>
              <a:endParaRPr kumimoji="0" lang="zh-CN" altLang="en-US" sz="14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36" name="文本框 35"/>
            <p:cNvSpPr txBox="1"/>
            <p:nvPr/>
          </p:nvSpPr>
          <p:spPr>
            <a:xfrm>
              <a:off x="9552304" y="3740922"/>
              <a:ext cx="1920528" cy="558214"/>
            </a:xfrm>
            <a:prstGeom prst="rect">
              <a:avLst/>
            </a:prstGeom>
            <a:solidFill>
              <a:srgbClr val="E66D57"/>
            </a:solidFill>
          </p:spPr>
          <p:txBody>
            <a:bodyPr wrap="square" rtlCol="0" anchor="ctr">
              <a:noAutofit/>
            </a:bodyPr>
            <a:lstStyle/>
            <a:p>
              <a:pPr marR="0" algn="ctr" defTabSz="914400" rtl="0" eaLnBrk="0" fontAlgn="base" latinLnBrk="0" hangingPunct="0">
                <a:lnSpc>
                  <a:spcPct val="150000"/>
                </a:lnSpc>
                <a:spcBef>
                  <a:spcPct val="20000"/>
                </a:spcBef>
                <a:spcAft>
                  <a:spcPct val="0"/>
                </a:spcAft>
                <a:buClrTx/>
                <a:buSzTx/>
              </a:pPr>
              <a:endParaRPr kumimoji="1" lang="en-US" altLang="zh-CN" sz="1050" b="1" dirty="0">
                <a:solidFill>
                  <a:schemeClr val="bg1"/>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a:p>
              <a:pPr marR="0" algn="ctr" defTabSz="914400" rtl="0" eaLnBrk="0" fontAlgn="base" latinLnBrk="0" hangingPunct="0">
                <a:lnSpc>
                  <a:spcPct val="150000"/>
                </a:lnSpc>
                <a:spcBef>
                  <a:spcPct val="20000"/>
                </a:spcBef>
                <a:spcAft>
                  <a:spcPct val="0"/>
                </a:spcAft>
                <a:buClrTx/>
                <a:buSzTx/>
              </a:pPr>
              <a:r>
                <a:rPr kumimoji="1" lang="en-US" altLang="zh-CN" sz="1600" b="1" dirty="0" err="1">
                  <a:solidFill>
                    <a:schemeClr val="bg1"/>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AEP</a:t>
              </a:r>
              <a:endParaRPr kumimoji="1"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cxnSp>
          <p:nvCxnSpPr>
            <p:cNvPr id="37" name="连接符: 肘形 36"/>
            <p:cNvCxnSpPr>
              <a:stCxn id="28" idx="4"/>
            </p:cNvCxnSpPr>
            <p:nvPr/>
          </p:nvCxnSpPr>
          <p:spPr bwMode="auto">
            <a:xfrm rot="5400000" flipH="1" flipV="1">
              <a:off x="8171339" y="3143318"/>
              <a:ext cx="1440593" cy="4033883"/>
            </a:xfrm>
            <a:prstGeom prst="bentConnector4">
              <a:avLst>
                <a:gd name="adj1" fmla="val -15213"/>
                <a:gd name="adj2" fmla="val 100104"/>
              </a:avLst>
            </a:prstGeom>
            <a:ln w="57150">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8" name="右箭头 78"/>
            <p:cNvSpPr/>
            <p:nvPr>
              <p:custDataLst>
                <p:tags r:id="rId16"/>
              </p:custDataLst>
            </p:nvPr>
          </p:nvSpPr>
          <p:spPr>
            <a:xfrm>
              <a:off x="7926682" y="3967705"/>
              <a:ext cx="1581178" cy="299840"/>
            </a:xfrm>
            <a:prstGeom prst="rightArrow">
              <a:avLst/>
            </a:prstGeom>
            <a:solidFill>
              <a:schemeClr val="bg1">
                <a:lumMod val="95000"/>
              </a:schemeClr>
            </a:solidFill>
            <a:ln w="9525">
              <a:solidFill>
                <a:schemeClr val="bg1">
                  <a:lumMod val="50000"/>
                </a:schemeClr>
              </a:solidFill>
              <a:miter lim="800000"/>
            </a:ln>
          </p:spPr>
          <p:txBody>
            <a:bodyPr rtlCol="0" anchor="ctr"/>
            <a:lstStyle/>
            <a:p>
              <a:pPr marL="179705" indent="-179705" algn="ctr">
                <a:lnSpc>
                  <a:spcPct val="120000"/>
                </a:lnSpc>
                <a:spcAft>
                  <a:spcPts val="1200"/>
                </a:spcAft>
                <a:buFont typeface="Arial" panose="020B0604020202020204" pitchFamily="34" charset="0"/>
                <a:buChar char="•"/>
              </a:pPr>
              <a:endParaRPr lang="zh-CN" altLang="en-US" sz="1600" dirty="0">
                <a:latin typeface="微软雅黑" panose="020B0503020204020204" charset="-122"/>
                <a:ea typeface="微软雅黑" panose="020B0503020204020204" charset="-122"/>
                <a:sym typeface="Arial" panose="020B0604020202020204" pitchFamily="34" charset="0"/>
              </a:endParaRPr>
            </a:p>
          </p:txBody>
        </p:sp>
        <p:sp>
          <p:nvSpPr>
            <p:cNvPr id="39" name="文本框 38"/>
            <p:cNvSpPr txBox="1"/>
            <p:nvPr>
              <p:custDataLst>
                <p:tags r:id="rId17"/>
              </p:custDataLst>
            </p:nvPr>
          </p:nvSpPr>
          <p:spPr>
            <a:xfrm>
              <a:off x="7865361" y="3520098"/>
              <a:ext cx="1703819" cy="627574"/>
            </a:xfrm>
            <a:prstGeom prst="rect">
              <a:avLst/>
            </a:prstGeom>
            <a:noFill/>
          </p:spPr>
          <p:txBody>
            <a:bodyPr wrap="square" rtlCol="0" anchor="ctr">
              <a:noAutofit/>
            </a:bodyPr>
            <a:lstStyle>
              <a:defPPr>
                <a:defRPr lang="zh-CN"/>
              </a:defPPr>
              <a:lvl1pPr marR="0" algn="ctr" eaLnBrk="0" fontAlgn="base" hangingPunct="0">
                <a:lnSpc>
                  <a:spcPct val="150000"/>
                </a:lnSpc>
                <a:spcBef>
                  <a:spcPct val="20000"/>
                </a:spcBef>
                <a:spcAft>
                  <a:spcPct val="0"/>
                </a:spcAft>
                <a:buClrTx/>
                <a:buSzTx/>
                <a:defRPr kumimoji="1" sz="1600" b="1">
                  <a:solidFill>
                    <a:srgbClr val="FF0000"/>
                  </a:solidFill>
                  <a:latin typeface="Times New Roman" panose="02020603050405020304" pitchFamily="18" charset="0"/>
                  <a:ea typeface="黑体" panose="02010609060101010101" pitchFamily="49" charset="-122"/>
                  <a:cs typeface="微软雅黑" panose="020B0503020204020204" charset="-122"/>
                </a:defRPr>
              </a:lvl1pPr>
            </a:lstStyle>
            <a:p>
              <a:pPr>
                <a:lnSpc>
                  <a:spcPct val="100000"/>
                </a:lnSpc>
              </a:pPr>
              <a:r>
                <a:rPr lang="zh-CN" altLang="en-US" dirty="0">
                  <a:latin typeface="微软雅黑" panose="020B0503020204020204" charset="-122"/>
                  <a:ea typeface="微软雅黑" panose="020B0503020204020204" charset="-122"/>
                </a:rPr>
                <a:t>①</a:t>
              </a:r>
              <a:endParaRPr lang="en-US" altLang="zh-CN" dirty="0">
                <a:latin typeface="微软雅黑" panose="020B0503020204020204" charset="-122"/>
                <a:ea typeface="微软雅黑" panose="020B0503020204020204" charset="-122"/>
              </a:endParaRPr>
            </a:p>
            <a:p>
              <a:pPr>
                <a:lnSpc>
                  <a:spcPct val="100000"/>
                </a:lnSpc>
              </a:pPr>
              <a:r>
                <a:rPr lang="zh-CN" altLang="en-US" dirty="0">
                  <a:latin typeface="微软雅黑" panose="020B0503020204020204" charset="-122"/>
                  <a:ea typeface="微软雅黑" panose="020B0503020204020204" charset="-122"/>
                </a:rPr>
                <a:t>设备信息导入注册新平台</a:t>
              </a:r>
            </a:p>
          </p:txBody>
        </p:sp>
        <p:sp>
          <p:nvSpPr>
            <p:cNvPr id="40" name="右箭头 76"/>
            <p:cNvSpPr/>
            <p:nvPr>
              <p:custDataLst>
                <p:tags r:id="rId18"/>
              </p:custDataLst>
            </p:nvPr>
          </p:nvSpPr>
          <p:spPr>
            <a:xfrm>
              <a:off x="7447330" y="2742916"/>
              <a:ext cx="2635293" cy="437481"/>
            </a:xfrm>
            <a:prstGeom prst="rightArrow">
              <a:avLst/>
            </a:prstGeom>
            <a:solidFill>
              <a:schemeClr val="bg1">
                <a:lumMod val="95000"/>
              </a:schemeClr>
            </a:solidFill>
            <a:ln w="9525">
              <a:solidFill>
                <a:schemeClr val="bg1">
                  <a:lumMod val="50000"/>
                </a:schemeClr>
              </a:solidFill>
              <a:miter lim="800000"/>
            </a:ln>
          </p:spPr>
          <p:txBody>
            <a:bodyPr rtlCol="0" anchor="ctr"/>
            <a:lstStyle/>
            <a:p>
              <a:pPr marL="179705" indent="-179705" algn="ctr">
                <a:lnSpc>
                  <a:spcPct val="120000"/>
                </a:lnSpc>
                <a:spcAft>
                  <a:spcPts val="1200"/>
                </a:spcAft>
                <a:buFont typeface="Arial" panose="020B0604020202020204" pitchFamily="34" charset="0"/>
                <a:buChar char="•"/>
              </a:pPr>
              <a:endParaRPr lang="zh-CN" altLang="en-US" sz="1600" dirty="0">
                <a:latin typeface="微软雅黑" panose="020B0503020204020204" charset="-122"/>
                <a:ea typeface="微软雅黑" panose="020B0503020204020204" charset="-122"/>
                <a:sym typeface="Arial" panose="020B0604020202020204" pitchFamily="34" charset="0"/>
              </a:endParaRPr>
            </a:p>
          </p:txBody>
        </p:sp>
        <p:sp>
          <p:nvSpPr>
            <p:cNvPr id="41" name="文本框 40"/>
            <p:cNvSpPr txBox="1"/>
            <p:nvPr>
              <p:custDataLst>
                <p:tags r:id="rId19"/>
              </p:custDataLst>
            </p:nvPr>
          </p:nvSpPr>
          <p:spPr>
            <a:xfrm>
              <a:off x="7720072" y="2527421"/>
              <a:ext cx="2075548" cy="627574"/>
            </a:xfrm>
            <a:prstGeom prst="rect">
              <a:avLst/>
            </a:prstGeom>
            <a:noFill/>
          </p:spPr>
          <p:txBody>
            <a:bodyPr wrap="square" rtlCol="0" anchor="ctr">
              <a:noAutofit/>
            </a:bodyPr>
            <a:lstStyle>
              <a:defPPr>
                <a:defRPr lang="zh-CN"/>
              </a:defPPr>
              <a:lvl1pPr marR="0" algn="ctr" eaLnBrk="0" fontAlgn="base" hangingPunct="0">
                <a:lnSpc>
                  <a:spcPct val="150000"/>
                </a:lnSpc>
                <a:spcBef>
                  <a:spcPct val="20000"/>
                </a:spcBef>
                <a:spcAft>
                  <a:spcPct val="0"/>
                </a:spcAft>
                <a:buClrTx/>
                <a:buSzTx/>
                <a:defRPr kumimoji="1" sz="1600" b="1">
                  <a:solidFill>
                    <a:srgbClr val="FF0000"/>
                  </a:solidFill>
                  <a:latin typeface="Times New Roman" panose="02020603050405020304" pitchFamily="18" charset="0"/>
                  <a:ea typeface="黑体" panose="02010609060101010101" pitchFamily="49" charset="-122"/>
                  <a:cs typeface="微软雅黑" panose="020B0503020204020204" charset="-122"/>
                </a:defRPr>
              </a:lvl1pPr>
            </a:lstStyle>
            <a:p>
              <a:pPr>
                <a:lnSpc>
                  <a:spcPct val="100000"/>
                </a:lnSpc>
              </a:pPr>
              <a:r>
                <a:rPr lang="zh-CN" altLang="en-US" dirty="0">
                  <a:latin typeface="微软雅黑" panose="020B0503020204020204" charset="-122"/>
                  <a:ea typeface="微软雅黑" panose="020B0503020204020204" charset="-122"/>
                </a:rPr>
                <a:t>②</a:t>
              </a:r>
              <a:endParaRPr lang="en-US" altLang="zh-CN" dirty="0">
                <a:latin typeface="微软雅黑" panose="020B0503020204020204" charset="-122"/>
                <a:ea typeface="微软雅黑" panose="020B0503020204020204" charset="-122"/>
              </a:endParaRPr>
            </a:p>
            <a:p>
              <a:pPr>
                <a:lnSpc>
                  <a:spcPct val="100000"/>
                </a:lnSpc>
              </a:pPr>
              <a:r>
                <a:rPr lang="zh-CN" altLang="en-US" dirty="0">
                  <a:latin typeface="微软雅黑" panose="020B0503020204020204" charset="-122"/>
                  <a:ea typeface="微软雅黑" panose="020B0503020204020204" charset="-122"/>
                </a:rPr>
                <a:t>变更</a:t>
              </a:r>
              <a:r>
                <a:rPr lang="en-US" altLang="zh-CN" dirty="0">
                  <a:latin typeface="微软雅黑" panose="020B0503020204020204" charset="-122"/>
                  <a:ea typeface="微软雅黑" panose="020B0503020204020204" charset="-122"/>
                </a:rPr>
                <a:t>API</a:t>
              </a:r>
              <a:r>
                <a:rPr lang="zh-CN" altLang="en-US" dirty="0">
                  <a:latin typeface="微软雅黑" panose="020B0503020204020204" charset="-122"/>
                  <a:ea typeface="微软雅黑" panose="020B0503020204020204" charset="-122"/>
                </a:rPr>
                <a:t>请求地址</a:t>
              </a:r>
            </a:p>
          </p:txBody>
        </p:sp>
        <p:sp>
          <p:nvSpPr>
            <p:cNvPr id="42" name="文本框 41"/>
            <p:cNvSpPr txBox="1"/>
            <p:nvPr/>
          </p:nvSpPr>
          <p:spPr>
            <a:xfrm>
              <a:off x="7650044" y="5750751"/>
              <a:ext cx="3324196" cy="259610"/>
            </a:xfrm>
            <a:prstGeom prst="rect">
              <a:avLst/>
            </a:prstGeom>
            <a:noFill/>
          </p:spPr>
          <p:txBody>
            <a:bodyPr wrap="square" rtlCol="0" anchor="ctr">
              <a:noAutofit/>
            </a:bodyPr>
            <a:lstStyle/>
            <a:p>
              <a:pPr marR="0" algn="ctr" defTabSz="914400" rtl="0" eaLnBrk="0" fontAlgn="base" latinLnBrk="0" hangingPunct="0">
                <a:lnSpc>
                  <a:spcPct val="150000"/>
                </a:lnSpc>
                <a:spcBef>
                  <a:spcPct val="20000"/>
                </a:spcBef>
                <a:spcAft>
                  <a:spcPct val="0"/>
                </a:spcAft>
                <a:buClrTx/>
                <a:buSzTx/>
              </a:pPr>
              <a:r>
                <a:rPr kumimoji="1" lang="zh-CN" altLang="en-US" sz="1600" b="1" dirty="0">
                  <a:solidFill>
                    <a:srgbClr val="FF0000"/>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③终端地址不变，网络侧迁移</a:t>
              </a:r>
            </a:p>
          </p:txBody>
        </p:sp>
        <p:sp>
          <p:nvSpPr>
            <p:cNvPr id="43" name="矩形: 圆角 10"/>
            <p:cNvSpPr/>
            <p:nvPr/>
          </p:nvSpPr>
          <p:spPr>
            <a:xfrm>
              <a:off x="5814021" y="1828927"/>
              <a:ext cx="6136474" cy="733145"/>
            </a:xfrm>
            <a:prstGeom prst="roundRect">
              <a:avLst/>
            </a:prstGeom>
            <a:solidFill>
              <a:schemeClr val="accent4">
                <a:lumMod val="40000"/>
                <a:lumOff val="60000"/>
              </a:schemeClr>
            </a:solidFill>
            <a:ln w="19050" cap="rnd" cmpd="sng" algn="ctr">
              <a:noFill/>
              <a:prstDash val="lgDash"/>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b="1" kern="0" dirty="0">
                  <a:latin typeface="微软雅黑" panose="020B0503020204020204" charset="-122"/>
                  <a:ea typeface="微软雅黑" panose="020B0503020204020204" charset="-122"/>
                  <a:cs typeface="+mn-ea"/>
                  <a:sym typeface="+mn-lt"/>
                </a:rPr>
                <a:t>客户业务系统 </a:t>
              </a:r>
              <a:endParaRPr kumimoji="0" lang="zh-CN" altLang="en-US" b="1" i="0" u="none" strike="noStrike" kern="0" normalizeH="0" baseline="0" noProof="0" dirty="0">
                <a:uLnTx/>
                <a:uFillTx/>
                <a:latin typeface="微软雅黑" panose="020B0503020204020204" charset="-122"/>
                <a:ea typeface="微软雅黑" panose="020B0503020204020204" charset="-122"/>
                <a:cs typeface="+mn-ea"/>
                <a:sym typeface="+mn-lt"/>
              </a:endParaRPr>
            </a:p>
          </p:txBody>
        </p:sp>
        <p:sp>
          <p:nvSpPr>
            <p:cNvPr id="44" name="文本框 43"/>
            <p:cNvSpPr txBox="1"/>
            <p:nvPr>
              <p:custDataLst>
                <p:tags r:id="rId20"/>
              </p:custDataLst>
            </p:nvPr>
          </p:nvSpPr>
          <p:spPr>
            <a:xfrm>
              <a:off x="11022469" y="4766447"/>
              <a:ext cx="1211469" cy="203188"/>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lang="en-US" altLang="zh-CN" sz="1050" b="1" kern="0" dirty="0">
                  <a:solidFill>
                    <a:prstClr val="black"/>
                  </a:solidFill>
                  <a:latin typeface="微软雅黑" panose="020B0503020204020204" charset="-122"/>
                  <a:ea typeface="微软雅黑" panose="020B0503020204020204" charset="-122"/>
                  <a:cs typeface="+mn-ea"/>
                  <a:sym typeface="+mn-lt"/>
                </a:rPr>
                <a:t>LwM2M</a:t>
              </a:r>
              <a:endParaRPr kumimoji="0" lang="zh-CN" altLang="en-US" sz="105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45" name="矩形 44"/>
            <p:cNvSpPr/>
            <p:nvPr>
              <p:custDataLst>
                <p:tags r:id="rId21"/>
              </p:custDataLst>
            </p:nvPr>
          </p:nvSpPr>
          <p:spPr>
            <a:xfrm>
              <a:off x="9892548" y="4728644"/>
              <a:ext cx="972754" cy="344803"/>
            </a:xfrm>
            <a:prstGeom prst="rect">
              <a:avLst/>
            </a:prstGeom>
          </p:spPr>
          <p:txBody>
            <a:bodyPr wrap="square">
              <a:spAutoFit/>
            </a:bodyPr>
            <a:lstStyle/>
            <a:p>
              <a:pPr lvl="0" algn="ctr" fontAlgn="base">
                <a:spcBef>
                  <a:spcPct val="0"/>
                </a:spcBef>
                <a:spcAft>
                  <a:spcPct val="0"/>
                </a:spcAft>
                <a:defRPr/>
              </a:pPr>
              <a:r>
                <a:rPr lang="en-US" altLang="zh-CN" sz="1100" b="1" kern="0" dirty="0">
                  <a:latin typeface="微软雅黑" panose="020B0503020204020204" charset="-122"/>
                  <a:ea typeface="微软雅黑" panose="020B0503020204020204" charset="-122"/>
                  <a:cs typeface="+mn-ea"/>
                  <a:sym typeface="+mn-lt"/>
                </a:rPr>
                <a:t>Profile/</a:t>
              </a:r>
              <a:r>
                <a:rPr lang="zh-CN" altLang="en-US" sz="1100" b="1" kern="0" dirty="0">
                  <a:latin typeface="微软雅黑" panose="020B0503020204020204" charset="-122"/>
                  <a:ea typeface="微软雅黑" panose="020B0503020204020204" charset="-122"/>
                  <a:cs typeface="+mn-ea"/>
                  <a:sym typeface="+mn-lt"/>
                </a:rPr>
                <a:t>编解码插件</a:t>
              </a:r>
            </a:p>
          </p:txBody>
        </p:sp>
      </p:grpSp>
      <p:sp>
        <p:nvSpPr>
          <p:cNvPr id="48" name="流程图: 过程 47"/>
          <p:cNvSpPr/>
          <p:nvPr>
            <p:custDataLst>
              <p:tags r:id="rId1"/>
            </p:custDataLst>
          </p:nvPr>
        </p:nvSpPr>
        <p:spPr>
          <a:xfrm>
            <a:off x="9925417" y="3434309"/>
            <a:ext cx="1165694" cy="212269"/>
          </a:xfrm>
          <a:prstGeom prst="flowChartProcess">
            <a:avLst/>
          </a:prstGeom>
          <a:solidFill>
            <a:srgbClr val="721E22"/>
          </a:solidFill>
          <a:ln w="19050" cap="rnd"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100" b="1" i="0" u="none" strike="noStrike" kern="0" cap="none" spc="0" normalizeH="0" baseline="0" noProof="0" dirty="0" err="1">
                <a:ln>
                  <a:noFill/>
                </a:ln>
                <a:solidFill>
                  <a:prstClr val="white"/>
                </a:solidFill>
                <a:effectLst/>
                <a:uLnTx/>
                <a:uFillTx/>
                <a:latin typeface="微软雅黑" panose="020B0503020204020204" charset="-122"/>
                <a:ea typeface="微软雅黑" panose="020B0503020204020204" charset="-122"/>
                <a:cs typeface="+mn-ea"/>
                <a:sym typeface="+mn-lt"/>
              </a:rPr>
              <a:t>AEP</a:t>
            </a:r>
            <a:r>
              <a:rPr kumimoji="0" lang="zh-CN" altLang="en-US" sz="11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平台</a:t>
            </a:r>
            <a:r>
              <a:rPr kumimoji="0" lang="en-US" altLang="zh-CN" sz="11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API</a:t>
            </a:r>
            <a:endParaRPr kumimoji="0" lang="zh-CN" altLang="en-US" sz="11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49" name="矩形: 圆角 4"/>
          <p:cNvSpPr/>
          <p:nvPr/>
        </p:nvSpPr>
        <p:spPr>
          <a:xfrm>
            <a:off x="284203" y="1154545"/>
            <a:ext cx="5530124" cy="5421747"/>
          </a:xfrm>
          <a:prstGeom prst="roundRect">
            <a:avLst>
              <a:gd name="adj" fmla="val 1860"/>
            </a:avLst>
          </a:prstGeom>
          <a:noFill/>
          <a:ln w="12700" cap="rnd" cmpd="sng" algn="ctr">
            <a:solidFill>
              <a:srgbClr val="C00000"/>
            </a:solidFill>
            <a:prstDash val="solid"/>
            <a:round/>
          </a:ln>
          <a:effectLst/>
        </p:spPr>
        <p:txBody>
          <a:bodyPr rot="0" spcFirstLastPara="0" vertOverflow="overflow" horzOverflow="overflow" vert="horz" wrap="none" lIns="35992" tIns="35992" rIns="35992" bIns="71983" numCol="1" spcCol="0" rtlCol="0" fromWordArt="0" anchor="b" anchorCtr="0" forceAA="0" compatLnSpc="1">
            <a:noAutofit/>
          </a:bodyPr>
          <a:lstStyle/>
          <a:p>
            <a:pPr defTabSz="914400">
              <a:defRPr/>
            </a:pPr>
            <a:endParaRPr lang="zh-CN" altLang="en-US" sz="1200">
              <a:solidFill>
                <a:prstClr val="black"/>
              </a:solidFill>
              <a:latin typeface="微软雅黑" panose="020B0503020204020204" charset="-122"/>
              <a:ea typeface="微软雅黑" panose="020B0503020204020204" charset="-122"/>
            </a:endParaRPr>
          </a:p>
        </p:txBody>
      </p:sp>
      <p:sp>
        <p:nvSpPr>
          <p:cNvPr id="50" name="文本框 49"/>
          <p:cNvSpPr txBox="1"/>
          <p:nvPr>
            <p:custDataLst>
              <p:tags r:id="rId2"/>
            </p:custDataLst>
          </p:nvPr>
        </p:nvSpPr>
        <p:spPr>
          <a:xfrm>
            <a:off x="9890757" y="1064604"/>
            <a:ext cx="1536759" cy="784254"/>
          </a:xfrm>
          <a:prstGeom prst="rect">
            <a:avLst/>
          </a:prstGeom>
          <a:noFill/>
        </p:spPr>
        <p:txBody>
          <a:bodyPr wrap="square" rtlCol="0" anchor="ctr">
            <a:noAutofit/>
          </a:bodyPr>
          <a:lstStyle>
            <a:defPPr>
              <a:defRPr lang="zh-CN"/>
            </a:defPPr>
            <a:lvl1pPr marR="0" algn="ctr" eaLnBrk="0" fontAlgn="base" hangingPunct="0">
              <a:lnSpc>
                <a:spcPct val="150000"/>
              </a:lnSpc>
              <a:spcBef>
                <a:spcPct val="20000"/>
              </a:spcBef>
              <a:spcAft>
                <a:spcPct val="0"/>
              </a:spcAft>
              <a:buClrTx/>
              <a:buSzTx/>
              <a:defRPr kumimoji="1" sz="1600" b="1">
                <a:solidFill>
                  <a:srgbClr val="FF0000"/>
                </a:solidFill>
                <a:latin typeface="Times New Roman" panose="02020603050405020304" pitchFamily="18" charset="0"/>
                <a:ea typeface="黑体" panose="02010609060101010101" pitchFamily="49" charset="-122"/>
                <a:cs typeface="微软雅黑" panose="020B0503020204020204" charset="-122"/>
              </a:defRPr>
            </a:lvl1pPr>
          </a:lstStyle>
          <a:p>
            <a:pPr>
              <a:lnSpc>
                <a:spcPct val="100000"/>
              </a:lnSpc>
            </a:pPr>
            <a:r>
              <a:rPr lang="zh-CN" altLang="en-US" dirty="0">
                <a:latin typeface="微软雅黑" panose="020B0503020204020204" charset="-122"/>
                <a:ea typeface="微软雅黑" panose="020B0503020204020204" charset="-122"/>
              </a:rPr>
              <a:t>④</a:t>
            </a:r>
            <a:endParaRPr lang="en-US" altLang="zh-CN" dirty="0">
              <a:latin typeface="微软雅黑" panose="020B0503020204020204" charset="-122"/>
              <a:ea typeface="微软雅黑" panose="020B0503020204020204" charset="-122"/>
            </a:endParaRPr>
          </a:p>
          <a:p>
            <a:pPr>
              <a:lnSpc>
                <a:spcPct val="100000"/>
              </a:lnSpc>
            </a:pPr>
            <a:r>
              <a:rPr lang="zh-CN" altLang="en-US" dirty="0">
                <a:latin typeface="微软雅黑" panose="020B0503020204020204" charset="-122"/>
                <a:ea typeface="微软雅黑" panose="020B0503020204020204" charset="-122"/>
              </a:rPr>
              <a:t>接收来自新平台的数据推送</a:t>
            </a:r>
          </a:p>
        </p:txBody>
      </p:sp>
      <p:sp>
        <p:nvSpPr>
          <p:cNvPr id="51" name="乘号 50"/>
          <p:cNvSpPr/>
          <p:nvPr/>
        </p:nvSpPr>
        <p:spPr>
          <a:xfrm>
            <a:off x="6981372" y="2289849"/>
            <a:ext cx="310588" cy="471055"/>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2" name="乘号 51"/>
          <p:cNvSpPr/>
          <p:nvPr/>
        </p:nvSpPr>
        <p:spPr>
          <a:xfrm>
            <a:off x="7108089" y="4584900"/>
            <a:ext cx="310588" cy="471055"/>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A6F81-7E23-991D-371D-5C8F54AB91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3C2D76D-1BDD-D402-DBC3-556B86713610}"/>
              </a:ext>
            </a:extLst>
          </p:cNvPr>
          <p:cNvSpPr txBox="1"/>
          <p:nvPr/>
        </p:nvSpPr>
        <p:spPr>
          <a:xfrm>
            <a:off x="288161" y="261878"/>
            <a:ext cx="10314711" cy="658085"/>
          </a:xfrm>
          <a:prstGeom prst="rect">
            <a:avLst/>
          </a:prstGeom>
        </p:spPr>
        <p:txBody>
          <a:bodyPr vert="horz" lIns="91440" tIns="45720" rIns="91440" bIns="45720" rtlCol="0" anchor="ctr">
            <a:noAutofit/>
          </a:bodyPr>
          <a:lstStyle>
            <a:lvl1pPr algn="l" defTabSz="1218565" rtl="0" eaLnBrk="1" latinLnBrk="0" hangingPunct="1">
              <a:lnSpc>
                <a:spcPct val="90000"/>
              </a:lnSpc>
              <a:spcBef>
                <a:spcPct val="0"/>
              </a:spcBef>
              <a:buNone/>
              <a:defRPr lang="zh-CN" altLang="en-US" sz="2800" b="1" kern="1200" dirty="0">
                <a:solidFill>
                  <a:srgbClr val="C00000"/>
                </a:solidFill>
                <a:latin typeface="华文细黑" panose="02010600040101010101" pitchFamily="2" charset="-122"/>
                <a:ea typeface="华文细黑" panose="02010600040101010101" pitchFamily="2" charset="-122"/>
                <a:cs typeface="+mj-cs"/>
              </a:defRPr>
            </a:lvl1pPr>
          </a:lstStyle>
          <a:p>
            <a:r>
              <a:rPr lang="zh-CN" altLang="en-US" sz="2400" dirty="0">
                <a:latin typeface="微软雅黑" panose="020B0503020204020204" charset="-122"/>
                <a:ea typeface="微软雅黑" panose="020B0503020204020204" charset="-122"/>
              </a:rPr>
              <a:t>方案一：使用</a:t>
            </a:r>
            <a:r>
              <a:rPr lang="en-US" altLang="zh-CN" sz="2400" dirty="0">
                <a:latin typeface="微软雅黑" panose="020B0503020204020204" charset="-122"/>
                <a:ea typeface="微软雅黑" panose="020B0503020204020204" charset="-122"/>
              </a:rPr>
              <a:t>AEP</a:t>
            </a:r>
            <a:r>
              <a:rPr lang="zh-CN" altLang="en-US" sz="2400" dirty="0">
                <a:latin typeface="微软雅黑" panose="020B0503020204020204" charset="-122"/>
                <a:ea typeface="微软雅黑" panose="020B0503020204020204" charset="-122"/>
              </a:rPr>
              <a:t>原生接口</a:t>
            </a:r>
          </a:p>
        </p:txBody>
      </p:sp>
      <p:sp>
        <p:nvSpPr>
          <p:cNvPr id="3" name="矩形 2">
            <a:extLst>
              <a:ext uri="{FF2B5EF4-FFF2-40B4-BE49-F238E27FC236}">
                <a16:creationId xmlns:a16="http://schemas.microsoft.com/office/drawing/2014/main" id="{47BEF754-56FF-75A1-E5DD-6EAAAC6250A5}"/>
              </a:ext>
            </a:extLst>
          </p:cNvPr>
          <p:cNvSpPr/>
          <p:nvPr>
            <p:custDataLst>
              <p:tags r:id="rId1"/>
            </p:custDataLst>
          </p:nvPr>
        </p:nvSpPr>
        <p:spPr>
          <a:xfrm>
            <a:off x="10396670" y="5441956"/>
            <a:ext cx="1409065" cy="635000"/>
          </a:xfrm>
          <a:prstGeom prst="rect">
            <a:avLst/>
          </a:prstGeom>
          <a:solidFill>
            <a:srgbClr val="F0F0F0"/>
          </a:solidFill>
          <a:ln w="9525" cap="flat" cmpd="sng" algn="ctr">
            <a:solidFill>
              <a:srgbClr val="002060"/>
            </a:solidFill>
            <a:prstDash val="dash"/>
            <a:round/>
            <a:headEnd type="none" w="med" len="med"/>
            <a:tailEnd type="none" w="med" len="med"/>
          </a:ln>
        </p:spPr>
        <p:txBody>
          <a:bodyPr vert="horz" wrap="square" lIns="91440" tIns="45720" rIns="91440" bIns="45720" numCol="1" anchor="t" anchorCtr="0" compatLnSpc="1"/>
          <a:lstStyle/>
          <a:p>
            <a:pPr fontAlgn="base">
              <a:spcBef>
                <a:spcPct val="0"/>
              </a:spcBef>
              <a:spcAft>
                <a:spcPct val="0"/>
              </a:spcAft>
            </a:pPr>
            <a:endParaRPr lang="zh-CN" altLang="en-US" sz="1000" kern="0">
              <a:solidFill>
                <a:prstClr val="black"/>
              </a:solidFill>
              <a:latin typeface="Arial" panose="020B0604020202020204" pitchFamily="34" charset="0"/>
              <a:ea typeface="微软雅黑" panose="020B0503020204020204" charset="-122"/>
            </a:endParaRPr>
          </a:p>
        </p:txBody>
      </p:sp>
      <p:sp>
        <p:nvSpPr>
          <p:cNvPr id="4" name="矩形 3">
            <a:extLst>
              <a:ext uri="{FF2B5EF4-FFF2-40B4-BE49-F238E27FC236}">
                <a16:creationId xmlns:a16="http://schemas.microsoft.com/office/drawing/2014/main" id="{4FAFAFAA-1BBC-3E19-A6E1-E2A6B3EDB7A1}"/>
              </a:ext>
            </a:extLst>
          </p:cNvPr>
          <p:cNvSpPr/>
          <p:nvPr>
            <p:custDataLst>
              <p:tags r:id="rId2"/>
            </p:custDataLst>
          </p:nvPr>
        </p:nvSpPr>
        <p:spPr>
          <a:xfrm>
            <a:off x="8667565" y="5444496"/>
            <a:ext cx="1409065" cy="635000"/>
          </a:xfrm>
          <a:prstGeom prst="rect">
            <a:avLst/>
          </a:prstGeom>
          <a:solidFill>
            <a:srgbClr val="F0F0F0"/>
          </a:solidFill>
          <a:ln w="9525" cap="flat" cmpd="sng" algn="ctr">
            <a:solidFill>
              <a:srgbClr val="002060"/>
            </a:solidFill>
            <a:prstDash val="dash"/>
            <a:round/>
            <a:headEnd type="none" w="med" len="med"/>
            <a:tailEnd type="none" w="med" len="med"/>
          </a:ln>
        </p:spPr>
        <p:txBody>
          <a:bodyPr vert="horz" wrap="square" lIns="91440" tIns="45720" rIns="91440" bIns="45720" numCol="1" anchor="t" anchorCtr="0" compatLnSpc="1"/>
          <a:lstStyle/>
          <a:p>
            <a:pPr fontAlgn="base">
              <a:spcBef>
                <a:spcPct val="0"/>
              </a:spcBef>
              <a:spcAft>
                <a:spcPct val="0"/>
              </a:spcAft>
            </a:pPr>
            <a:endParaRPr lang="zh-CN" altLang="en-US" sz="1000" kern="0">
              <a:solidFill>
                <a:prstClr val="black"/>
              </a:solidFill>
              <a:latin typeface="Arial" panose="020B0604020202020204" pitchFamily="34" charset="0"/>
              <a:ea typeface="微软雅黑" panose="020B0503020204020204" charset="-122"/>
            </a:endParaRPr>
          </a:p>
        </p:txBody>
      </p:sp>
      <p:sp>
        <p:nvSpPr>
          <p:cNvPr id="5" name="文本框 4">
            <a:extLst>
              <a:ext uri="{FF2B5EF4-FFF2-40B4-BE49-F238E27FC236}">
                <a16:creationId xmlns:a16="http://schemas.microsoft.com/office/drawing/2014/main" id="{7049279F-EC24-3C89-033E-9E55C80811AC}"/>
              </a:ext>
            </a:extLst>
          </p:cNvPr>
          <p:cNvSpPr txBox="1"/>
          <p:nvPr>
            <p:custDataLst>
              <p:tags r:id="rId3"/>
            </p:custDataLst>
          </p:nvPr>
        </p:nvSpPr>
        <p:spPr>
          <a:xfrm>
            <a:off x="7616640" y="2312676"/>
            <a:ext cx="506095" cy="275590"/>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API</a:t>
            </a:r>
          </a:p>
        </p:txBody>
      </p:sp>
      <p:sp>
        <p:nvSpPr>
          <p:cNvPr id="6" name="文本框 5">
            <a:extLst>
              <a:ext uri="{FF2B5EF4-FFF2-40B4-BE49-F238E27FC236}">
                <a16:creationId xmlns:a16="http://schemas.microsoft.com/office/drawing/2014/main" id="{72F8B494-DB1A-C16E-B175-11C351C7FB7F}"/>
              </a:ext>
            </a:extLst>
          </p:cNvPr>
          <p:cNvSpPr txBox="1"/>
          <p:nvPr>
            <p:custDataLst>
              <p:tags r:id="rId4"/>
            </p:custDataLst>
          </p:nvPr>
        </p:nvSpPr>
        <p:spPr>
          <a:xfrm>
            <a:off x="6794950" y="2364111"/>
            <a:ext cx="520065" cy="275590"/>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2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推送</a:t>
            </a:r>
          </a:p>
        </p:txBody>
      </p:sp>
      <p:sp>
        <p:nvSpPr>
          <p:cNvPr id="7" name="矩形: 圆角 10">
            <a:extLst>
              <a:ext uri="{FF2B5EF4-FFF2-40B4-BE49-F238E27FC236}">
                <a16:creationId xmlns:a16="http://schemas.microsoft.com/office/drawing/2014/main" id="{62C69FB3-593C-B00A-CD63-FCFE5EF33646}"/>
              </a:ext>
            </a:extLst>
          </p:cNvPr>
          <p:cNvSpPr/>
          <p:nvPr>
            <p:custDataLst>
              <p:tags r:id="rId5"/>
            </p:custDataLst>
          </p:nvPr>
        </p:nvSpPr>
        <p:spPr>
          <a:xfrm>
            <a:off x="6713035" y="2657481"/>
            <a:ext cx="5166995" cy="2282825"/>
          </a:xfrm>
          <a:prstGeom prst="roundRect">
            <a:avLst>
              <a:gd name="adj" fmla="val 0"/>
            </a:avLst>
          </a:prstGeom>
          <a:solidFill>
            <a:srgbClr val="F0F0F0"/>
          </a:solidFill>
          <a:ln w="9525" cap="flat" cmpd="sng" algn="ctr">
            <a:solidFill>
              <a:sysClr val="window" lastClr="FFFFFF">
                <a:lumMod val="50000"/>
              </a:sysClr>
            </a:solidFill>
            <a:prstDash val="dash"/>
            <a:round/>
            <a:headEnd type="none" w="med" len="med"/>
            <a:tailEnd type="none" w="med" len="med"/>
          </a:ln>
        </p:spPr>
        <p:txBody>
          <a:bodyPr vert="horz" wrap="square" lIns="91440" tIns="45720" rIns="91440" bIns="45720" numCol="1" anchor="t" anchorCtr="0" compatLnSpc="1"/>
          <a:lstStyle/>
          <a:p>
            <a:pPr fontAlgn="base">
              <a:spcBef>
                <a:spcPct val="0"/>
              </a:spcBef>
              <a:spcAft>
                <a:spcPct val="0"/>
              </a:spcAft>
            </a:pPr>
            <a:endParaRPr lang="zh-CN" altLang="en-US" sz="1000" kern="0" dirty="0">
              <a:solidFill>
                <a:prstClr val="black"/>
              </a:solidFill>
              <a:latin typeface="Arial" panose="020B0604020202020204" pitchFamily="34" charset="0"/>
              <a:ea typeface="微软雅黑" panose="020B0503020204020204" charset="-122"/>
              <a:sym typeface="+mn-lt"/>
            </a:endParaRPr>
          </a:p>
        </p:txBody>
      </p:sp>
      <p:sp>
        <p:nvSpPr>
          <p:cNvPr id="8" name="文本框 7">
            <a:extLst>
              <a:ext uri="{FF2B5EF4-FFF2-40B4-BE49-F238E27FC236}">
                <a16:creationId xmlns:a16="http://schemas.microsoft.com/office/drawing/2014/main" id="{501D12A2-658A-6A5E-4C17-0F526D8039A0}"/>
              </a:ext>
            </a:extLst>
          </p:cNvPr>
          <p:cNvSpPr txBox="1"/>
          <p:nvPr>
            <p:custDataLst>
              <p:tags r:id="rId6"/>
            </p:custDataLst>
          </p:nvPr>
        </p:nvSpPr>
        <p:spPr>
          <a:xfrm>
            <a:off x="6946080" y="2900051"/>
            <a:ext cx="1504315" cy="1932940"/>
          </a:xfrm>
          <a:prstGeom prst="rect">
            <a:avLst/>
          </a:prstGeom>
          <a:noFill/>
          <a:ln w="28575" cmpd="thickThin">
            <a:solidFill>
              <a:schemeClr val="accent1">
                <a:shade val="50000"/>
              </a:schemeClr>
            </a:solidFill>
            <a:prstDash val="sysDot"/>
          </a:ln>
        </p:spPr>
        <p:txBody>
          <a:bodyPr wrap="square" rtlCol="0">
            <a:noAutofit/>
          </a:bodyPr>
          <a:lstStyle/>
          <a:p>
            <a:pPr algn="ctr" fontAlgn="base">
              <a:spcBef>
                <a:spcPct val="0"/>
              </a:spcBef>
              <a:spcAft>
                <a:spcPct val="0"/>
              </a:spcAft>
              <a:defRPr/>
            </a:pPr>
            <a:r>
              <a:rPr lang="en-US" altLang="zh-CN" sz="1200" b="1" kern="0" dirty="0" err="1">
                <a:solidFill>
                  <a:schemeClr val="tx1">
                    <a:lumMod val="85000"/>
                    <a:lumOff val="15000"/>
                  </a:schemeClr>
                </a:solidFill>
                <a:latin typeface="微软雅黑" panose="020B0503020204020204" charset="-122"/>
                <a:ea typeface="微软雅黑" panose="020B0503020204020204" charset="-122"/>
                <a:cs typeface="+mn-ea"/>
                <a:sym typeface="+mn-lt"/>
              </a:rPr>
              <a:t>AEP</a:t>
            </a:r>
            <a:r>
              <a:rPr lang="zh-CN" altLang="en-US" sz="1200" b="1" kern="0" dirty="0" err="1">
                <a:solidFill>
                  <a:schemeClr val="tx1">
                    <a:lumMod val="85000"/>
                    <a:lumOff val="15000"/>
                  </a:schemeClr>
                </a:solidFill>
                <a:latin typeface="微软雅黑" panose="020B0503020204020204" charset="-122"/>
                <a:ea typeface="微软雅黑" panose="020B0503020204020204" charset="-122"/>
                <a:cs typeface="+mn-ea"/>
                <a:sym typeface="+mn-lt"/>
              </a:rPr>
              <a:t>集约</a:t>
            </a:r>
            <a:endParaRPr lang="zh-CN" altLang="en-US" sz="1200" b="1" dirty="0">
              <a:ea typeface="微软雅黑" panose="020B0503020204020204" charset="-122"/>
            </a:endParaRPr>
          </a:p>
        </p:txBody>
      </p:sp>
      <p:sp>
        <p:nvSpPr>
          <p:cNvPr id="9" name="矩形 8">
            <a:extLst>
              <a:ext uri="{FF2B5EF4-FFF2-40B4-BE49-F238E27FC236}">
                <a16:creationId xmlns:a16="http://schemas.microsoft.com/office/drawing/2014/main" id="{5D55EA12-D3DA-8FA2-B08C-36CB5665B312}"/>
              </a:ext>
            </a:extLst>
          </p:cNvPr>
          <p:cNvSpPr/>
          <p:nvPr>
            <p:custDataLst>
              <p:tags r:id="rId7"/>
            </p:custDataLst>
          </p:nvPr>
        </p:nvSpPr>
        <p:spPr>
          <a:xfrm>
            <a:off x="7014025" y="4399286"/>
            <a:ext cx="1397000" cy="366395"/>
          </a:xfrm>
          <a:prstGeom prst="rect">
            <a:avLst/>
          </a:prstGeom>
          <a:solidFill>
            <a:schemeClr val="bg1"/>
          </a:solidFill>
          <a:ln w="19050" cap="rnd" cmpd="sng" algn="ctr">
            <a:noFill/>
            <a:prstDash val="solid"/>
          </a:ln>
          <a:effectLst/>
        </p:spPr>
        <p:txBody>
          <a:bodyPr rtlCol="0" anchor="ctr"/>
          <a:lstStyle/>
          <a:p>
            <a:pPr algn="ctr" fontAlgn="base">
              <a:spcBef>
                <a:spcPct val="0"/>
              </a:spcBef>
              <a:spcAft>
                <a:spcPct val="0"/>
              </a:spcAft>
              <a:defRPr/>
            </a:pPr>
            <a:r>
              <a:rPr lang="zh-CN" altLang="en-US" sz="1200" b="1" kern="0" dirty="0">
                <a:solidFill>
                  <a:schemeClr val="tx1">
                    <a:lumMod val="85000"/>
                    <a:lumOff val="15000"/>
                  </a:schemeClr>
                </a:solidFill>
                <a:latin typeface="微软雅黑" panose="020B0503020204020204" charset="-122"/>
                <a:ea typeface="微软雅黑" panose="020B0503020204020204" charset="-122"/>
                <a:cs typeface="+mn-ea"/>
                <a:sym typeface="+mn-lt"/>
              </a:rPr>
              <a:t>平台接入底座</a:t>
            </a:r>
          </a:p>
        </p:txBody>
      </p:sp>
      <p:sp>
        <p:nvSpPr>
          <p:cNvPr id="10" name="椭圆 9">
            <a:extLst>
              <a:ext uri="{FF2B5EF4-FFF2-40B4-BE49-F238E27FC236}">
                <a16:creationId xmlns:a16="http://schemas.microsoft.com/office/drawing/2014/main" id="{BF02BFF5-6132-2FDB-EB6C-4F4487BA5335}"/>
              </a:ext>
            </a:extLst>
          </p:cNvPr>
          <p:cNvSpPr/>
          <p:nvPr>
            <p:custDataLst>
              <p:tags r:id="rId8"/>
            </p:custDataLst>
          </p:nvPr>
        </p:nvSpPr>
        <p:spPr>
          <a:xfrm>
            <a:off x="7074350" y="5514346"/>
            <a:ext cx="1124585" cy="527050"/>
          </a:xfrm>
          <a:prstGeom prst="ellipse">
            <a:avLst/>
          </a:prstGeom>
          <a:solidFill>
            <a:srgbClr val="F16B11"/>
          </a:solidFill>
          <a:ln w="19050" cap="rnd" cmpd="sng" algn="ctr">
            <a:solidFill>
              <a:srgbClr val="00206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lang="en-US" altLang="zh-CN" sz="1000" b="1" kern="0" noProof="0" dirty="0" err="1">
                <a:solidFill>
                  <a:prstClr val="white"/>
                </a:solidFill>
                <a:latin typeface="微软雅黑" panose="020B0503020204020204" charset="-122"/>
                <a:ea typeface="微软雅黑" panose="020B0503020204020204" charset="-122"/>
                <a:cs typeface="+mn-ea"/>
                <a:sym typeface="+mn-lt"/>
              </a:rPr>
              <a:t>AEP</a:t>
            </a:r>
            <a:r>
              <a:rPr lang="zh-CN" altLang="en-US" sz="1000" b="1" kern="0" noProof="0" dirty="0">
                <a:solidFill>
                  <a:prstClr val="white"/>
                </a:solidFill>
                <a:latin typeface="微软雅黑" panose="020B0503020204020204" charset="-122"/>
                <a:ea typeface="微软雅黑" panose="020B0503020204020204" charset="-122"/>
                <a:cs typeface="+mn-ea"/>
                <a:sym typeface="+mn-lt"/>
              </a:rPr>
              <a:t>存量</a:t>
            </a:r>
            <a:endParaRPr lang="en-US" altLang="zh-CN" sz="1000" b="1" kern="0" dirty="0">
              <a:solidFill>
                <a:prstClr val="white"/>
              </a:solidFill>
              <a:latin typeface="微软雅黑" panose="020B0503020204020204" charset="-122"/>
              <a:ea typeface="微软雅黑" panose="020B0503020204020204" charset="-122"/>
              <a:cs typeface="+mn-ea"/>
              <a:sym typeface="+mn-lt"/>
            </a:endParaRPr>
          </a:p>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设备</a:t>
            </a:r>
          </a:p>
        </p:txBody>
      </p:sp>
      <p:sp>
        <p:nvSpPr>
          <p:cNvPr id="11" name="矩形: 圆角 10">
            <a:extLst>
              <a:ext uri="{FF2B5EF4-FFF2-40B4-BE49-F238E27FC236}">
                <a16:creationId xmlns:a16="http://schemas.microsoft.com/office/drawing/2014/main" id="{8201279A-1564-6F28-32E9-1F4942BF76AA}"/>
              </a:ext>
            </a:extLst>
          </p:cNvPr>
          <p:cNvSpPr/>
          <p:nvPr>
            <p:custDataLst>
              <p:tags r:id="rId9"/>
            </p:custDataLst>
          </p:nvPr>
        </p:nvSpPr>
        <p:spPr>
          <a:xfrm>
            <a:off x="5223053" y="1343666"/>
            <a:ext cx="6761117" cy="805180"/>
          </a:xfrm>
          <a:prstGeom prst="roundRect">
            <a:avLst/>
          </a:prstGeom>
          <a:solidFill>
            <a:srgbClr val="002060"/>
          </a:solidFill>
          <a:ln w="19050" cap="rnd" cmpd="sng" algn="ctr">
            <a:noFill/>
            <a:prstDash val="lgDash"/>
          </a:ln>
          <a:effectLst/>
        </p:spPr>
        <p:txBody>
          <a:bodyPr rtlCol="0" anchor="t" anchorCtr="0"/>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sz="1600" b="1" kern="0" dirty="0">
                <a:solidFill>
                  <a:schemeClr val="bg1"/>
                </a:solidFill>
                <a:latin typeface="微软雅黑" panose="020B0503020204020204" charset="-122"/>
                <a:ea typeface="微软雅黑" panose="020B0503020204020204" charset="-122"/>
                <a:cs typeface="+mn-ea"/>
                <a:sym typeface="+mn-lt"/>
              </a:rPr>
              <a:t>客户</a:t>
            </a:r>
            <a:r>
              <a:rPr lang="en-US" altLang="zh-CN" sz="1600" b="1" kern="0" dirty="0">
                <a:solidFill>
                  <a:schemeClr val="bg1"/>
                </a:solidFill>
                <a:latin typeface="微软雅黑" panose="020B0503020204020204" charset="-122"/>
                <a:ea typeface="微软雅黑" panose="020B0503020204020204" charset="-122"/>
                <a:cs typeface="+mn-ea"/>
                <a:sym typeface="+mn-lt"/>
              </a:rPr>
              <a:t>SAAS</a:t>
            </a:r>
            <a:r>
              <a:rPr lang="zh-CN" altLang="en-US" sz="1600" b="1" kern="0" dirty="0">
                <a:solidFill>
                  <a:schemeClr val="bg1"/>
                </a:solidFill>
                <a:latin typeface="微软雅黑" panose="020B0503020204020204" charset="-122"/>
                <a:ea typeface="微软雅黑" panose="020B0503020204020204" charset="-122"/>
                <a:cs typeface="+mn-ea"/>
                <a:sym typeface="+mn-lt"/>
              </a:rPr>
              <a:t>应用</a:t>
            </a:r>
            <a:endParaRPr kumimoji="0" lang="zh-CN" altLang="en-US" sz="1600" b="1" i="0" u="none" strike="noStrike" kern="0" normalizeH="0" baseline="0" noProof="0" dirty="0">
              <a:solidFill>
                <a:schemeClr val="bg1"/>
              </a:solidFill>
              <a:uLnTx/>
              <a:uFillTx/>
              <a:latin typeface="微软雅黑" panose="020B0503020204020204" charset="-122"/>
              <a:ea typeface="微软雅黑" panose="020B0503020204020204" charset="-122"/>
              <a:cs typeface="+mn-ea"/>
              <a:sym typeface="+mn-lt"/>
            </a:endParaRPr>
          </a:p>
        </p:txBody>
      </p:sp>
      <p:sp>
        <p:nvSpPr>
          <p:cNvPr id="12" name="上下箭头 57">
            <a:extLst>
              <a:ext uri="{FF2B5EF4-FFF2-40B4-BE49-F238E27FC236}">
                <a16:creationId xmlns:a16="http://schemas.microsoft.com/office/drawing/2014/main" id="{F3005F57-36DA-2D16-3B0E-8B579F498EF5}"/>
              </a:ext>
            </a:extLst>
          </p:cNvPr>
          <p:cNvSpPr/>
          <p:nvPr>
            <p:custDataLst>
              <p:tags r:id="rId10"/>
            </p:custDataLst>
          </p:nvPr>
        </p:nvSpPr>
        <p:spPr>
          <a:xfrm>
            <a:off x="7487100" y="4959356"/>
            <a:ext cx="199390" cy="483870"/>
          </a:xfrm>
          <a:prstGeom prst="upDownArrow">
            <a:avLst/>
          </a:prstGeom>
          <a:solidFill>
            <a:schemeClr val="bg1">
              <a:lumMod val="65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sz="1600" dirty="0">
              <a:solidFill>
                <a:srgbClr val="FF0000"/>
              </a:solidFill>
              <a:latin typeface="微软雅黑" panose="020B0503020204020204" charset="-122"/>
              <a:ea typeface="微软雅黑" panose="020B0503020204020204" charset="-122"/>
            </a:endParaRPr>
          </a:p>
        </p:txBody>
      </p:sp>
      <p:sp>
        <p:nvSpPr>
          <p:cNvPr id="13" name="椭圆 12">
            <a:extLst>
              <a:ext uri="{FF2B5EF4-FFF2-40B4-BE49-F238E27FC236}">
                <a16:creationId xmlns:a16="http://schemas.microsoft.com/office/drawing/2014/main" id="{2BE6B264-64C9-A600-D731-6329F78C29B1}"/>
              </a:ext>
            </a:extLst>
          </p:cNvPr>
          <p:cNvSpPr/>
          <p:nvPr>
            <p:custDataLst>
              <p:tags r:id="rId11"/>
            </p:custDataLst>
          </p:nvPr>
        </p:nvSpPr>
        <p:spPr>
          <a:xfrm>
            <a:off x="8849175" y="5492756"/>
            <a:ext cx="1124585" cy="527050"/>
          </a:xfrm>
          <a:prstGeom prst="ellipse">
            <a:avLst/>
          </a:prstGeom>
          <a:solidFill>
            <a:srgbClr val="F16B11"/>
          </a:solidFill>
          <a:ln w="19050" cap="rnd" cmpd="sng" algn="ctr">
            <a:solidFill>
              <a:srgbClr val="00206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未来新增设备</a:t>
            </a:r>
          </a:p>
        </p:txBody>
      </p:sp>
      <p:sp>
        <p:nvSpPr>
          <p:cNvPr id="14" name="矩形: 圆角 10">
            <a:extLst>
              <a:ext uri="{FF2B5EF4-FFF2-40B4-BE49-F238E27FC236}">
                <a16:creationId xmlns:a16="http://schemas.microsoft.com/office/drawing/2014/main" id="{FFE1699A-7D55-05E0-C379-65F8499D64C1}"/>
              </a:ext>
            </a:extLst>
          </p:cNvPr>
          <p:cNvSpPr/>
          <p:nvPr>
            <p:custDataLst>
              <p:tags r:id="rId12"/>
            </p:custDataLst>
          </p:nvPr>
        </p:nvSpPr>
        <p:spPr>
          <a:xfrm>
            <a:off x="7616640" y="3224536"/>
            <a:ext cx="803275" cy="645795"/>
          </a:xfrm>
          <a:prstGeom prst="roundRect">
            <a:avLst/>
          </a:prstGeom>
          <a:solidFill>
            <a:schemeClr val="tx2">
              <a:lumMod val="60000"/>
              <a:lumOff val="40000"/>
            </a:schemeClr>
          </a:solidFill>
          <a:ln w="9525" cap="flat" cmpd="sng" algn="ctr">
            <a:noFill/>
            <a:prstDash val="solid"/>
            <a:round/>
            <a:headEnd type="none" w="med" len="med"/>
            <a:tailEnd type="none" w="med" len="med"/>
          </a:ln>
        </p:spPr>
        <p:txBody>
          <a:bodyPr vert="horz" wrap="square" lIns="91440" tIns="45720" rIns="91440" bIns="45720" numCol="1" anchor="ctr" anchorCtr="0" compatLnSpc="1"/>
          <a:lstStyle/>
          <a:p>
            <a:pPr algn="ctr" fontAlgn="base">
              <a:spcBef>
                <a:spcPct val="0"/>
              </a:spcBef>
              <a:spcAft>
                <a:spcPct val="0"/>
              </a:spcAft>
            </a:pPr>
            <a:r>
              <a:rPr lang="zh-CN" altLang="en-US" sz="1000" kern="0" dirty="0">
                <a:latin typeface="微软雅黑" panose="020B0503020204020204" charset="-122"/>
                <a:ea typeface="微软雅黑" panose="020B0503020204020204" charset="-122"/>
                <a:sym typeface="+mn-lt"/>
              </a:rPr>
              <a:t>北向流量调度网关</a:t>
            </a:r>
          </a:p>
        </p:txBody>
      </p:sp>
      <p:sp>
        <p:nvSpPr>
          <p:cNvPr id="15" name="矩形: 圆角 10">
            <a:extLst>
              <a:ext uri="{FF2B5EF4-FFF2-40B4-BE49-F238E27FC236}">
                <a16:creationId xmlns:a16="http://schemas.microsoft.com/office/drawing/2014/main" id="{303FC5AD-0B81-361B-0A69-100051C0E478}"/>
              </a:ext>
            </a:extLst>
          </p:cNvPr>
          <p:cNvSpPr/>
          <p:nvPr>
            <p:custDataLst>
              <p:tags r:id="rId13"/>
            </p:custDataLst>
          </p:nvPr>
        </p:nvSpPr>
        <p:spPr>
          <a:xfrm>
            <a:off x="7017200" y="3224536"/>
            <a:ext cx="524510" cy="640715"/>
          </a:xfrm>
          <a:prstGeom prst="roundRect">
            <a:avLst/>
          </a:prstGeom>
          <a:solidFill>
            <a:schemeClr val="bg1">
              <a:lumMod val="75000"/>
            </a:schemeClr>
          </a:solidFill>
          <a:ln w="9525" cap="flat" cmpd="sng" algn="ctr">
            <a:noFill/>
            <a:prstDash val="solid"/>
            <a:round/>
            <a:headEnd type="none" w="med" len="med"/>
            <a:tailEnd type="none" w="med" len="med"/>
          </a:ln>
        </p:spPr>
        <p:txBody>
          <a:bodyPr vert="horz" wrap="square" lIns="91440" tIns="45720" rIns="91440" bIns="45720" numCol="1" anchor="ctr" anchorCtr="0" compatLnSpc="1"/>
          <a:lstStyle/>
          <a:p>
            <a:pPr algn="ctr" fontAlgn="base">
              <a:spcBef>
                <a:spcPct val="0"/>
              </a:spcBef>
              <a:spcAft>
                <a:spcPct val="0"/>
              </a:spcAft>
            </a:pPr>
            <a:r>
              <a:rPr lang="zh-CN" altLang="en-US" sz="1000" kern="0" dirty="0">
                <a:latin typeface="微软雅黑" panose="020B0503020204020204" charset="-122"/>
                <a:ea typeface="微软雅黑" panose="020B0503020204020204" charset="-122"/>
                <a:sym typeface="+mn-lt"/>
              </a:rPr>
              <a:t>消息推送</a:t>
            </a:r>
          </a:p>
        </p:txBody>
      </p:sp>
      <p:sp>
        <p:nvSpPr>
          <p:cNvPr id="16" name="下箭头 40">
            <a:extLst>
              <a:ext uri="{FF2B5EF4-FFF2-40B4-BE49-F238E27FC236}">
                <a16:creationId xmlns:a16="http://schemas.microsoft.com/office/drawing/2014/main" id="{76B5B9CD-8CB2-E3A4-A9F9-95621C15FACE}"/>
              </a:ext>
            </a:extLst>
          </p:cNvPr>
          <p:cNvSpPr/>
          <p:nvPr>
            <p:custDataLst>
              <p:tags r:id="rId14"/>
            </p:custDataLst>
          </p:nvPr>
        </p:nvSpPr>
        <p:spPr>
          <a:xfrm rot="10800000">
            <a:off x="7229290" y="2153291"/>
            <a:ext cx="139700" cy="1062355"/>
          </a:xfrm>
          <a:prstGeom prst="downArrow">
            <a:avLst/>
          </a:prstGeom>
          <a:solidFill>
            <a:schemeClr val="bg1">
              <a:lumMod val="65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sz="1600" dirty="0">
              <a:solidFill>
                <a:srgbClr val="FF0000"/>
              </a:solidFill>
              <a:latin typeface="微软雅黑" panose="020B0503020204020204" charset="-122"/>
              <a:ea typeface="微软雅黑" panose="020B0503020204020204" charset="-122"/>
            </a:endParaRPr>
          </a:p>
        </p:txBody>
      </p:sp>
      <p:sp>
        <p:nvSpPr>
          <p:cNvPr id="53" name="下箭头 39">
            <a:extLst>
              <a:ext uri="{FF2B5EF4-FFF2-40B4-BE49-F238E27FC236}">
                <a16:creationId xmlns:a16="http://schemas.microsoft.com/office/drawing/2014/main" id="{1E01F8AC-B347-2A0D-0C61-6AD0A214F418}"/>
              </a:ext>
            </a:extLst>
          </p:cNvPr>
          <p:cNvSpPr/>
          <p:nvPr>
            <p:custDataLst>
              <p:tags r:id="rId15"/>
            </p:custDataLst>
          </p:nvPr>
        </p:nvSpPr>
        <p:spPr>
          <a:xfrm>
            <a:off x="8006530" y="2227586"/>
            <a:ext cx="129540" cy="1016635"/>
          </a:xfrm>
          <a:prstGeom prst="downArrow">
            <a:avLst/>
          </a:prstGeom>
          <a:solidFill>
            <a:schemeClr val="accent2"/>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sz="1600" dirty="0">
              <a:solidFill>
                <a:srgbClr val="FF0000"/>
              </a:solidFill>
              <a:latin typeface="微软雅黑" panose="020B0503020204020204" charset="-122"/>
              <a:ea typeface="微软雅黑" panose="020B0503020204020204" charset="-122"/>
            </a:endParaRPr>
          </a:p>
        </p:txBody>
      </p:sp>
      <p:sp>
        <p:nvSpPr>
          <p:cNvPr id="54" name="文本框 53">
            <a:extLst>
              <a:ext uri="{FF2B5EF4-FFF2-40B4-BE49-F238E27FC236}">
                <a16:creationId xmlns:a16="http://schemas.microsoft.com/office/drawing/2014/main" id="{297BDE80-008E-6C70-69B4-951B6C197B5F}"/>
              </a:ext>
            </a:extLst>
          </p:cNvPr>
          <p:cNvSpPr txBox="1"/>
          <p:nvPr>
            <p:custDataLst>
              <p:tags r:id="rId16"/>
            </p:custDataLst>
          </p:nvPr>
        </p:nvSpPr>
        <p:spPr>
          <a:xfrm>
            <a:off x="10318565" y="3175641"/>
            <a:ext cx="1454785" cy="1693545"/>
          </a:xfrm>
          <a:prstGeom prst="rect">
            <a:avLst/>
          </a:prstGeom>
          <a:noFill/>
          <a:ln w="28575" cmpd="thickThin">
            <a:solidFill>
              <a:schemeClr val="accent1">
                <a:shade val="50000"/>
              </a:schemeClr>
            </a:solidFill>
            <a:prstDash val="sysDot"/>
          </a:ln>
        </p:spPr>
        <p:txBody>
          <a:bodyPr wrap="square" rtlCol="0">
            <a:noAutofit/>
          </a:bodyPr>
          <a:lstStyle/>
          <a:p>
            <a:pPr algn="ctr" fontAlgn="base">
              <a:spcBef>
                <a:spcPct val="0"/>
              </a:spcBef>
              <a:spcAft>
                <a:spcPct val="0"/>
              </a:spcAft>
              <a:defRPr/>
            </a:pPr>
            <a:r>
              <a:rPr lang="en-US" altLang="zh-CN" sz="1200" b="1" kern="0" dirty="0" err="1">
                <a:solidFill>
                  <a:schemeClr val="tx1">
                    <a:lumMod val="85000"/>
                    <a:lumOff val="15000"/>
                  </a:schemeClr>
                </a:solidFill>
                <a:latin typeface="微软雅黑" panose="020B0503020204020204" charset="-122"/>
                <a:ea typeface="微软雅黑" panose="020B0503020204020204" charset="-122"/>
                <a:cs typeface="+mn-ea"/>
                <a:sym typeface="+mn-lt"/>
              </a:rPr>
              <a:t>AEP</a:t>
            </a:r>
            <a:r>
              <a:rPr lang="zh-CN" altLang="en-US" sz="1200" b="1" kern="0" dirty="0" err="1">
                <a:solidFill>
                  <a:schemeClr val="tx1">
                    <a:lumMod val="85000"/>
                    <a:lumOff val="15000"/>
                  </a:schemeClr>
                </a:solidFill>
                <a:latin typeface="微软雅黑" panose="020B0503020204020204" charset="-122"/>
                <a:ea typeface="微软雅黑" panose="020B0503020204020204" charset="-122"/>
                <a:cs typeface="+mn-ea"/>
                <a:sym typeface="+mn-lt"/>
              </a:rPr>
              <a:t>广东节点</a:t>
            </a:r>
          </a:p>
        </p:txBody>
      </p:sp>
      <p:sp>
        <p:nvSpPr>
          <p:cNvPr id="55" name="矩形 54">
            <a:extLst>
              <a:ext uri="{FF2B5EF4-FFF2-40B4-BE49-F238E27FC236}">
                <a16:creationId xmlns:a16="http://schemas.microsoft.com/office/drawing/2014/main" id="{2A2184B5-1FF8-750D-D6C5-9ED7D3323D4B}"/>
              </a:ext>
            </a:extLst>
          </p:cNvPr>
          <p:cNvSpPr/>
          <p:nvPr>
            <p:custDataLst>
              <p:tags r:id="rId17"/>
            </p:custDataLst>
          </p:nvPr>
        </p:nvSpPr>
        <p:spPr>
          <a:xfrm>
            <a:off x="10396670" y="4415796"/>
            <a:ext cx="1360805" cy="384810"/>
          </a:xfrm>
          <a:prstGeom prst="rect">
            <a:avLst/>
          </a:prstGeom>
          <a:solidFill>
            <a:srgbClr val="002060"/>
          </a:solidFill>
          <a:ln w="19050" cap="rnd" cmpd="sng" algn="ctr">
            <a:noFill/>
            <a:prstDash val="solid"/>
          </a:ln>
          <a:effectLst/>
        </p:spPr>
        <p:txBody>
          <a:bodyPr rtlCol="0" anchor="ctr"/>
          <a:lstStyle/>
          <a:p>
            <a:pPr algn="ctr" fontAlgn="base">
              <a:spcBef>
                <a:spcPct val="0"/>
              </a:spcBef>
              <a:spcAft>
                <a:spcPct val="0"/>
              </a:spcAft>
              <a:defRPr/>
            </a:pPr>
            <a:r>
              <a:rPr lang="zh-CN" altLang="en-US" sz="1200" b="1" kern="0" dirty="0">
                <a:solidFill>
                  <a:schemeClr val="bg1"/>
                </a:solidFill>
                <a:latin typeface="微软雅黑" panose="020B0503020204020204" charset="-122"/>
                <a:ea typeface="微软雅黑" panose="020B0503020204020204" charset="-122"/>
                <a:cs typeface="+mn-ea"/>
                <a:sym typeface="+mn-lt"/>
              </a:rPr>
              <a:t>平台接入底座</a:t>
            </a:r>
          </a:p>
        </p:txBody>
      </p:sp>
      <p:sp>
        <p:nvSpPr>
          <p:cNvPr id="56" name="矩形: 圆角 10">
            <a:extLst>
              <a:ext uri="{FF2B5EF4-FFF2-40B4-BE49-F238E27FC236}">
                <a16:creationId xmlns:a16="http://schemas.microsoft.com/office/drawing/2014/main" id="{4B9A7A7C-951A-0017-334D-3DA0C31DDEF3}"/>
              </a:ext>
            </a:extLst>
          </p:cNvPr>
          <p:cNvSpPr/>
          <p:nvPr>
            <p:custDataLst>
              <p:tags r:id="rId18"/>
            </p:custDataLst>
          </p:nvPr>
        </p:nvSpPr>
        <p:spPr>
          <a:xfrm>
            <a:off x="10927530" y="3668401"/>
            <a:ext cx="803275" cy="326390"/>
          </a:xfrm>
          <a:prstGeom prst="roundRect">
            <a:avLst/>
          </a:prstGeom>
          <a:solidFill>
            <a:schemeClr val="tx2">
              <a:lumMod val="60000"/>
              <a:lumOff val="40000"/>
            </a:schemeClr>
          </a:solidFill>
          <a:ln w="9525" cap="flat" cmpd="sng" algn="ctr">
            <a:noFill/>
            <a:prstDash val="solid"/>
            <a:round/>
            <a:headEnd type="none" w="med" len="med"/>
            <a:tailEnd type="none" w="med" len="med"/>
          </a:ln>
        </p:spPr>
        <p:txBody>
          <a:bodyPr vert="horz" wrap="square" lIns="91440" tIns="45720" rIns="91440" bIns="45720" numCol="1" anchor="ctr" anchorCtr="0" compatLnSpc="1"/>
          <a:lstStyle/>
          <a:p>
            <a:pPr algn="ctr" fontAlgn="base">
              <a:spcBef>
                <a:spcPct val="0"/>
              </a:spcBef>
              <a:spcAft>
                <a:spcPct val="0"/>
              </a:spcAft>
            </a:pPr>
            <a:r>
              <a:rPr lang="zh-CN" altLang="en-US" sz="1000" kern="0" dirty="0">
                <a:latin typeface="微软雅黑" panose="020B0503020204020204" charset="-122"/>
                <a:ea typeface="微软雅黑" panose="020B0503020204020204" charset="-122"/>
                <a:sym typeface="+mn-lt"/>
              </a:rPr>
              <a:t>北向流量调度网关</a:t>
            </a:r>
          </a:p>
        </p:txBody>
      </p:sp>
      <p:sp>
        <p:nvSpPr>
          <p:cNvPr id="57" name="矩形: 圆角 10">
            <a:extLst>
              <a:ext uri="{FF2B5EF4-FFF2-40B4-BE49-F238E27FC236}">
                <a16:creationId xmlns:a16="http://schemas.microsoft.com/office/drawing/2014/main" id="{BB0B18DF-10DD-5D9D-4DE9-337E1789EABA}"/>
              </a:ext>
            </a:extLst>
          </p:cNvPr>
          <p:cNvSpPr/>
          <p:nvPr>
            <p:custDataLst>
              <p:tags r:id="rId19"/>
            </p:custDataLst>
          </p:nvPr>
        </p:nvSpPr>
        <p:spPr>
          <a:xfrm>
            <a:off x="10396670" y="3668401"/>
            <a:ext cx="524510" cy="326390"/>
          </a:xfrm>
          <a:prstGeom prst="roundRect">
            <a:avLst/>
          </a:prstGeom>
          <a:solidFill>
            <a:schemeClr val="bg1">
              <a:lumMod val="75000"/>
            </a:schemeClr>
          </a:solidFill>
          <a:ln w="9525" cap="flat" cmpd="sng" algn="ctr">
            <a:noFill/>
            <a:prstDash val="solid"/>
            <a:round/>
            <a:headEnd type="none" w="med" len="med"/>
            <a:tailEnd type="none" w="med" len="med"/>
          </a:ln>
        </p:spPr>
        <p:txBody>
          <a:bodyPr vert="horz" wrap="square" lIns="91440" tIns="45720" rIns="91440" bIns="45720" numCol="1" anchor="ctr" anchorCtr="0" compatLnSpc="1"/>
          <a:lstStyle/>
          <a:p>
            <a:pPr algn="ctr" fontAlgn="base">
              <a:spcBef>
                <a:spcPct val="0"/>
              </a:spcBef>
              <a:spcAft>
                <a:spcPct val="0"/>
              </a:spcAft>
            </a:pPr>
            <a:r>
              <a:rPr lang="zh-CN" altLang="en-US" sz="1000" kern="0" dirty="0">
                <a:latin typeface="微软雅黑" panose="020B0503020204020204" charset="-122"/>
                <a:ea typeface="微软雅黑" panose="020B0503020204020204" charset="-122"/>
                <a:sym typeface="+mn-lt"/>
              </a:rPr>
              <a:t>消息推送</a:t>
            </a:r>
          </a:p>
        </p:txBody>
      </p:sp>
      <p:cxnSp>
        <p:nvCxnSpPr>
          <p:cNvPr id="58" name="直接箭头连接符 57">
            <a:extLst>
              <a:ext uri="{FF2B5EF4-FFF2-40B4-BE49-F238E27FC236}">
                <a16:creationId xmlns:a16="http://schemas.microsoft.com/office/drawing/2014/main" id="{3C5591E7-4F53-BFF7-FCF3-C511A73BF927}"/>
              </a:ext>
            </a:extLst>
          </p:cNvPr>
          <p:cNvCxnSpPr/>
          <p:nvPr/>
        </p:nvCxnSpPr>
        <p:spPr>
          <a:xfrm>
            <a:off x="8294185" y="3403606"/>
            <a:ext cx="1135380" cy="264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9" name="直接箭头连接符 58">
            <a:extLst>
              <a:ext uri="{FF2B5EF4-FFF2-40B4-BE49-F238E27FC236}">
                <a16:creationId xmlns:a16="http://schemas.microsoft.com/office/drawing/2014/main" id="{634032F8-CF01-E3DE-DADF-EDA8B6C58FE9}"/>
              </a:ext>
            </a:extLst>
          </p:cNvPr>
          <p:cNvCxnSpPr/>
          <p:nvPr/>
        </p:nvCxnSpPr>
        <p:spPr>
          <a:xfrm>
            <a:off x="8294185" y="3403606"/>
            <a:ext cx="3035300" cy="264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0" name="文本框 59">
            <a:extLst>
              <a:ext uri="{FF2B5EF4-FFF2-40B4-BE49-F238E27FC236}">
                <a16:creationId xmlns:a16="http://schemas.microsoft.com/office/drawing/2014/main" id="{972E8957-21A3-E5BB-EC38-9AC3A5728DAB}"/>
              </a:ext>
            </a:extLst>
          </p:cNvPr>
          <p:cNvSpPr txBox="1"/>
          <p:nvPr/>
        </p:nvSpPr>
        <p:spPr>
          <a:xfrm>
            <a:off x="8170995" y="3004826"/>
            <a:ext cx="734695" cy="398780"/>
          </a:xfrm>
          <a:prstGeom prst="rect">
            <a:avLst/>
          </a:prstGeom>
          <a:noFill/>
        </p:spPr>
        <p:txBody>
          <a:bodyPr wrap="square" rtlCol="0">
            <a:spAutoFit/>
          </a:bodyPr>
          <a:lstStyle/>
          <a:p>
            <a:pPr algn="ctr"/>
            <a:r>
              <a:rPr lang="zh-CN" altLang="en-US" sz="1000" b="1">
                <a:solidFill>
                  <a:schemeClr val="accent1"/>
                </a:solidFill>
              </a:rPr>
              <a:t>北向流量分发</a:t>
            </a:r>
          </a:p>
        </p:txBody>
      </p:sp>
      <p:sp>
        <p:nvSpPr>
          <p:cNvPr id="61" name="椭圆 60">
            <a:extLst>
              <a:ext uri="{FF2B5EF4-FFF2-40B4-BE49-F238E27FC236}">
                <a16:creationId xmlns:a16="http://schemas.microsoft.com/office/drawing/2014/main" id="{C78D7CFE-241E-53A1-D916-DE205DF7FB1F}"/>
              </a:ext>
            </a:extLst>
          </p:cNvPr>
          <p:cNvSpPr/>
          <p:nvPr>
            <p:custDataLst>
              <p:tags r:id="rId20"/>
            </p:custDataLst>
          </p:nvPr>
        </p:nvSpPr>
        <p:spPr>
          <a:xfrm>
            <a:off x="10579550" y="5504186"/>
            <a:ext cx="1124585" cy="527050"/>
          </a:xfrm>
          <a:prstGeom prst="ellipse">
            <a:avLst/>
          </a:prstGeom>
          <a:solidFill>
            <a:srgbClr val="F16B11"/>
          </a:solidFill>
          <a:ln w="19050" cap="rnd" cmpd="sng" algn="ctr">
            <a:solidFill>
              <a:srgbClr val="00206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sz="1000" b="1" kern="0" noProof="0" dirty="0">
                <a:ln>
                  <a:noFill/>
                </a:ln>
                <a:solidFill>
                  <a:prstClr val="white"/>
                </a:solidFill>
                <a:effectLst/>
                <a:uLnTx/>
                <a:uFillTx/>
                <a:latin typeface="微软雅黑" panose="020B0503020204020204" charset="-122"/>
                <a:ea typeface="微软雅黑" panose="020B0503020204020204" charset="-122"/>
                <a:cs typeface="+mn-ea"/>
                <a:sym typeface="+mn-lt"/>
              </a:rPr>
              <a:t>未来新增设备</a:t>
            </a:r>
            <a:endParaRPr kumimoji="0" lang="zh-CN" altLang="en-US"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62" name="上下箭头 57">
            <a:extLst>
              <a:ext uri="{FF2B5EF4-FFF2-40B4-BE49-F238E27FC236}">
                <a16:creationId xmlns:a16="http://schemas.microsoft.com/office/drawing/2014/main" id="{BBBA695C-6F15-AD4E-A956-9A18A1D61130}"/>
              </a:ext>
            </a:extLst>
          </p:cNvPr>
          <p:cNvSpPr/>
          <p:nvPr>
            <p:custDataLst>
              <p:tags r:id="rId21"/>
            </p:custDataLst>
          </p:nvPr>
        </p:nvSpPr>
        <p:spPr>
          <a:xfrm>
            <a:off x="9311455" y="4950466"/>
            <a:ext cx="199390" cy="483870"/>
          </a:xfrm>
          <a:prstGeom prst="upDownArrow">
            <a:avLst/>
          </a:prstGeom>
          <a:solidFill>
            <a:schemeClr val="bg1">
              <a:lumMod val="65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sz="1600" dirty="0">
              <a:solidFill>
                <a:srgbClr val="FF0000"/>
              </a:solidFill>
              <a:latin typeface="微软雅黑" panose="020B0503020204020204" charset="-122"/>
              <a:ea typeface="微软雅黑" panose="020B0503020204020204" charset="-122"/>
            </a:endParaRPr>
          </a:p>
        </p:txBody>
      </p:sp>
      <p:sp>
        <p:nvSpPr>
          <p:cNvPr id="63" name="上下箭头 57">
            <a:extLst>
              <a:ext uri="{FF2B5EF4-FFF2-40B4-BE49-F238E27FC236}">
                <a16:creationId xmlns:a16="http://schemas.microsoft.com/office/drawing/2014/main" id="{8CD7A4F2-7C76-A187-0343-28603C70BDB8}"/>
              </a:ext>
            </a:extLst>
          </p:cNvPr>
          <p:cNvSpPr/>
          <p:nvPr>
            <p:custDataLst>
              <p:tags r:id="rId22"/>
            </p:custDataLst>
          </p:nvPr>
        </p:nvSpPr>
        <p:spPr>
          <a:xfrm>
            <a:off x="11061515" y="4959356"/>
            <a:ext cx="199390" cy="483870"/>
          </a:xfrm>
          <a:prstGeom prst="upDownArrow">
            <a:avLst/>
          </a:prstGeom>
          <a:solidFill>
            <a:schemeClr val="bg1">
              <a:lumMod val="65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sz="1600" dirty="0">
              <a:solidFill>
                <a:srgbClr val="FF0000"/>
              </a:solidFill>
              <a:latin typeface="微软雅黑" panose="020B0503020204020204" charset="-122"/>
              <a:ea typeface="微软雅黑" panose="020B0503020204020204" charset="-122"/>
            </a:endParaRPr>
          </a:p>
        </p:txBody>
      </p:sp>
      <p:sp>
        <p:nvSpPr>
          <p:cNvPr id="64" name="下箭头 44">
            <a:extLst>
              <a:ext uri="{FF2B5EF4-FFF2-40B4-BE49-F238E27FC236}">
                <a16:creationId xmlns:a16="http://schemas.microsoft.com/office/drawing/2014/main" id="{1D87077D-0EDB-ACB8-10F5-EDFFC4876C56}"/>
              </a:ext>
            </a:extLst>
          </p:cNvPr>
          <p:cNvSpPr/>
          <p:nvPr>
            <p:custDataLst>
              <p:tags r:id="rId23"/>
            </p:custDataLst>
          </p:nvPr>
        </p:nvSpPr>
        <p:spPr>
          <a:xfrm rot="10800000">
            <a:off x="10457630" y="2150751"/>
            <a:ext cx="122555" cy="1517650"/>
          </a:xfrm>
          <a:prstGeom prst="downArrow">
            <a:avLst/>
          </a:prstGeom>
          <a:solidFill>
            <a:schemeClr val="bg1">
              <a:lumMod val="65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sz="1600" dirty="0">
              <a:solidFill>
                <a:srgbClr val="FF0000"/>
              </a:solidFill>
              <a:latin typeface="微软雅黑" panose="020B0503020204020204" charset="-122"/>
              <a:ea typeface="微软雅黑" panose="020B0503020204020204" charset="-122"/>
            </a:endParaRPr>
          </a:p>
        </p:txBody>
      </p:sp>
      <p:sp>
        <p:nvSpPr>
          <p:cNvPr id="65" name="文本框 64">
            <a:extLst>
              <a:ext uri="{FF2B5EF4-FFF2-40B4-BE49-F238E27FC236}">
                <a16:creationId xmlns:a16="http://schemas.microsoft.com/office/drawing/2014/main" id="{4BA42ED4-2DB3-6C33-CAD9-376BE412A74F}"/>
              </a:ext>
            </a:extLst>
          </p:cNvPr>
          <p:cNvSpPr txBox="1"/>
          <p:nvPr/>
        </p:nvSpPr>
        <p:spPr>
          <a:xfrm>
            <a:off x="7984305" y="1807851"/>
            <a:ext cx="1245235" cy="245110"/>
          </a:xfrm>
          <a:prstGeom prst="rect">
            <a:avLst/>
          </a:prstGeom>
          <a:noFill/>
          <a:ln>
            <a:solidFill>
              <a:schemeClr val="bg1"/>
            </a:solidFill>
          </a:ln>
        </p:spPr>
        <p:txBody>
          <a:bodyPr wrap="square" rtlCol="0">
            <a:spAutoFit/>
          </a:bodyPr>
          <a:lstStyle/>
          <a:p>
            <a:pPr algn="ctr"/>
            <a:r>
              <a:rPr lang="en-US" altLang="zh-CN" sz="1000" b="1">
                <a:solidFill>
                  <a:schemeClr val="bg1"/>
                </a:solidFill>
              </a:rPr>
              <a:t>AEP  </a:t>
            </a:r>
            <a:r>
              <a:rPr lang="zh-CN" altLang="en-US" sz="1000" b="1">
                <a:solidFill>
                  <a:schemeClr val="bg1"/>
                </a:solidFill>
              </a:rPr>
              <a:t>北向旧</a:t>
            </a:r>
            <a:r>
              <a:rPr lang="en-US" altLang="zh-CN" sz="1000" b="1">
                <a:solidFill>
                  <a:schemeClr val="bg1"/>
                </a:solidFill>
              </a:rPr>
              <a:t>SDK</a:t>
            </a:r>
            <a:endParaRPr lang="zh-CN" altLang="en-US" sz="1000" b="1">
              <a:solidFill>
                <a:schemeClr val="bg1"/>
              </a:solidFill>
            </a:endParaRPr>
          </a:p>
        </p:txBody>
      </p:sp>
      <p:sp>
        <p:nvSpPr>
          <p:cNvPr id="66" name="文本框 65">
            <a:extLst>
              <a:ext uri="{FF2B5EF4-FFF2-40B4-BE49-F238E27FC236}">
                <a16:creationId xmlns:a16="http://schemas.microsoft.com/office/drawing/2014/main" id="{041DE66C-CA47-A356-E23C-EC06EC6186DA}"/>
              </a:ext>
            </a:extLst>
          </p:cNvPr>
          <p:cNvSpPr txBox="1"/>
          <p:nvPr/>
        </p:nvSpPr>
        <p:spPr>
          <a:xfrm>
            <a:off x="9860095" y="1807851"/>
            <a:ext cx="829310" cy="245110"/>
          </a:xfrm>
          <a:prstGeom prst="rect">
            <a:avLst/>
          </a:prstGeom>
          <a:noFill/>
          <a:ln>
            <a:solidFill>
              <a:schemeClr val="bg1"/>
            </a:solidFill>
          </a:ln>
        </p:spPr>
        <p:txBody>
          <a:bodyPr wrap="square" rtlCol="0">
            <a:spAutoFit/>
          </a:bodyPr>
          <a:lstStyle/>
          <a:p>
            <a:pPr algn="ctr"/>
            <a:r>
              <a:rPr lang="zh-CN" altLang="en-US" sz="1000" b="1">
                <a:solidFill>
                  <a:schemeClr val="bg1"/>
                </a:solidFill>
              </a:rPr>
              <a:t>新版</a:t>
            </a:r>
            <a:r>
              <a:rPr lang="en-US" altLang="zh-CN" sz="1000" b="1">
                <a:solidFill>
                  <a:schemeClr val="bg1"/>
                </a:solidFill>
              </a:rPr>
              <a:t>SDK</a:t>
            </a:r>
            <a:endParaRPr lang="zh-CN" altLang="en-US" sz="1000" b="1">
              <a:solidFill>
                <a:schemeClr val="bg1"/>
              </a:solidFill>
            </a:endParaRPr>
          </a:p>
        </p:txBody>
      </p:sp>
      <p:cxnSp>
        <p:nvCxnSpPr>
          <p:cNvPr id="67" name="直接箭头连接符 66">
            <a:extLst>
              <a:ext uri="{FF2B5EF4-FFF2-40B4-BE49-F238E27FC236}">
                <a16:creationId xmlns:a16="http://schemas.microsoft.com/office/drawing/2014/main" id="{41A04EA8-69BE-74D9-F8A6-D522BD7070D8}"/>
              </a:ext>
            </a:extLst>
          </p:cNvPr>
          <p:cNvCxnSpPr/>
          <p:nvPr/>
        </p:nvCxnSpPr>
        <p:spPr>
          <a:xfrm>
            <a:off x="9293040" y="1930406"/>
            <a:ext cx="531495" cy="0"/>
          </a:xfrm>
          <a:prstGeom prst="straightConnector1">
            <a:avLst/>
          </a:prstGeom>
          <a:ln>
            <a:solidFill>
              <a:srgbClr val="F8FBFE"/>
            </a:solidFill>
            <a:tailEnd type="arrow"/>
          </a:ln>
        </p:spPr>
        <p:style>
          <a:lnRef idx="2">
            <a:schemeClr val="accent1"/>
          </a:lnRef>
          <a:fillRef idx="0">
            <a:srgbClr val="FFFFFF"/>
          </a:fillRef>
          <a:effectRef idx="0">
            <a:srgbClr val="FFFFFF"/>
          </a:effectRef>
          <a:fontRef idx="minor">
            <a:schemeClr val="tx1"/>
          </a:fontRef>
        </p:style>
      </p:cxnSp>
      <p:sp>
        <p:nvSpPr>
          <p:cNvPr id="68" name="文本框 67">
            <a:extLst>
              <a:ext uri="{FF2B5EF4-FFF2-40B4-BE49-F238E27FC236}">
                <a16:creationId xmlns:a16="http://schemas.microsoft.com/office/drawing/2014/main" id="{6E6FDC1F-C7E2-AD8C-7A19-8393851E57E0}"/>
              </a:ext>
            </a:extLst>
          </p:cNvPr>
          <p:cNvSpPr txBox="1"/>
          <p:nvPr/>
        </p:nvSpPr>
        <p:spPr>
          <a:xfrm>
            <a:off x="186171" y="1146181"/>
            <a:ext cx="4424603" cy="5066030"/>
          </a:xfrm>
          <a:prstGeom prst="rect">
            <a:avLst/>
          </a:prstGeom>
          <a:noFill/>
        </p:spPr>
        <p:txBody>
          <a:bodyPr wrap="square" rtlCol="0" anchor="t">
            <a:noAutofit/>
          </a:bodyPr>
          <a:lstStyle/>
          <a:p>
            <a:pPr algn="l" fontAlgn="auto">
              <a:lnSpc>
                <a:spcPct val="150000"/>
              </a:lnSpc>
              <a:buClrTx/>
              <a:buSzTx/>
              <a:buFontTx/>
            </a:pPr>
            <a:r>
              <a:rPr lang="zh-CN" altLang="en-US" sz="1300" b="1" dirty="0">
                <a:solidFill>
                  <a:srgbClr val="C00000"/>
                </a:solidFill>
                <a:latin typeface="微软雅黑" panose="020B0503020204020204" charset="-122"/>
                <a:ea typeface="微软雅黑" panose="020B0503020204020204" charset="-122"/>
                <a:cs typeface="微软雅黑" panose="020B0503020204020204" charset="-122"/>
                <a:sym typeface="+mn-ea"/>
              </a:rPr>
              <a:t>适用客户：</a:t>
            </a:r>
          </a:p>
          <a:p>
            <a:pPr marL="285750" indent="-285750" algn="l" fontAlgn="auto">
              <a:lnSpc>
                <a:spcPct val="150000"/>
              </a:lnSpc>
              <a:buClrTx/>
              <a:buSzTx/>
              <a:buFont typeface="Wingdings" panose="05000000000000000000" charset="0"/>
              <a:buChar char="Ø"/>
            </a:pPr>
            <a:r>
              <a:rPr lang="zh-CN" altLang="en-US" sz="1300" dirty="0">
                <a:latin typeface="微软雅黑" panose="020B0503020204020204" charset="-122"/>
                <a:ea typeface="微软雅黑" panose="020B0503020204020204" charset="-122"/>
                <a:cs typeface="微软雅黑" panose="020B0503020204020204" charset="-122"/>
                <a:sym typeface="+mn-ea"/>
              </a:rPr>
              <a:t>已经对接过AEP平台接口的客户（双跨平台客户）优先推荐此方式。</a:t>
            </a:r>
            <a:endParaRPr lang="en-US" altLang="zh-CN" sz="1300" dirty="0">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600"/>
              </a:spcBef>
            </a:pPr>
            <a:r>
              <a:rPr lang="zh-CN" altLang="en-US" sz="1300" b="1" dirty="0">
                <a:solidFill>
                  <a:srgbClr val="C00000"/>
                </a:solidFill>
                <a:latin typeface="微软雅黑" panose="020B0503020204020204" charset="-122"/>
                <a:ea typeface="微软雅黑" panose="020B0503020204020204" charset="-122"/>
                <a:cs typeface="微软雅黑" panose="020B0503020204020204" charset="-122"/>
                <a:sym typeface="+mn-ea"/>
              </a:rPr>
              <a:t>优势：</a:t>
            </a:r>
          </a:p>
          <a:p>
            <a:pPr marL="285750" indent="-285750">
              <a:lnSpc>
                <a:spcPct val="150000"/>
              </a:lnSpc>
              <a:buFont typeface="Wingdings" panose="05000000000000000000" charset="0"/>
              <a:buChar char="Ø"/>
            </a:pPr>
            <a:r>
              <a:rPr lang="zh-CN" altLang="en-US" sz="1300" dirty="0">
                <a:latin typeface="微软雅黑" panose="020B0503020204020204" charset="-122"/>
                <a:ea typeface="微软雅黑" panose="020B0503020204020204" charset="-122"/>
                <a:cs typeface="微软雅黑" panose="020B0503020204020204" charset="-122"/>
                <a:sym typeface="+mn-ea"/>
              </a:rPr>
              <a:t>可使用北向流量调度能力，应用只需一点对接一个集群，网关实现流量分发。</a:t>
            </a:r>
            <a:r>
              <a:rPr lang="zh-CN" altLang="en-US" sz="1300" b="1" dirty="0">
                <a:latin typeface="微软雅黑" panose="020B0503020204020204" charset="-122"/>
                <a:ea typeface="微软雅黑" panose="020B0503020204020204" charset="-122"/>
                <a:cs typeface="微软雅黑" panose="020B0503020204020204" charset="-122"/>
                <a:sym typeface="+mn-ea"/>
              </a:rPr>
              <a:t>客户应用只需一点对接</a:t>
            </a:r>
            <a:r>
              <a:rPr lang="en-US" altLang="zh-CN" sz="1300" b="1" dirty="0">
                <a:latin typeface="微软雅黑" panose="020B0503020204020204" charset="-122"/>
                <a:ea typeface="微软雅黑" panose="020B0503020204020204" charset="-122"/>
                <a:cs typeface="微软雅黑" panose="020B0503020204020204" charset="-122"/>
                <a:sym typeface="+mn-ea"/>
              </a:rPr>
              <a:t>AEP</a:t>
            </a:r>
            <a:r>
              <a:rPr lang="zh-CN" altLang="en-US" sz="1300" b="1" dirty="0">
                <a:latin typeface="微软雅黑" panose="020B0503020204020204" charset="-122"/>
                <a:ea typeface="微软雅黑" panose="020B0503020204020204" charset="-122"/>
                <a:cs typeface="微软雅黑" panose="020B0503020204020204" charset="-122"/>
                <a:sym typeface="+mn-ea"/>
              </a:rPr>
              <a:t>某一集群北向接口，可跨</a:t>
            </a:r>
            <a:r>
              <a:rPr lang="en-US" altLang="zh-CN" sz="1300" b="1" dirty="0">
                <a:latin typeface="微软雅黑" panose="020B0503020204020204" charset="-122"/>
                <a:ea typeface="微软雅黑" panose="020B0503020204020204" charset="-122"/>
                <a:cs typeface="微软雅黑" panose="020B0503020204020204" charset="-122"/>
                <a:sym typeface="+mn-ea"/>
              </a:rPr>
              <a:t>AEP</a:t>
            </a:r>
            <a:r>
              <a:rPr lang="zh-CN" altLang="en-US" sz="1300" b="1" dirty="0">
                <a:latin typeface="微软雅黑" panose="020B0503020204020204" charset="-122"/>
                <a:ea typeface="微软雅黑" panose="020B0503020204020204" charset="-122"/>
                <a:cs typeface="微软雅黑" panose="020B0503020204020204" charset="-122"/>
                <a:sym typeface="+mn-ea"/>
              </a:rPr>
              <a:t>集群进行</a:t>
            </a:r>
            <a:r>
              <a:rPr lang="en-US" altLang="zh-CN" sz="1300" b="1" dirty="0">
                <a:latin typeface="微软雅黑" panose="020B0503020204020204" charset="-122"/>
                <a:ea typeface="微软雅黑" panose="020B0503020204020204" charset="-122"/>
                <a:cs typeface="微软雅黑" panose="020B0503020204020204" charset="-122"/>
                <a:sym typeface="+mn-ea"/>
              </a:rPr>
              <a:t>API</a:t>
            </a:r>
            <a:r>
              <a:rPr lang="zh-CN" altLang="en-US" sz="1300" b="1" dirty="0">
                <a:latin typeface="微软雅黑" panose="020B0503020204020204" charset="-122"/>
                <a:ea typeface="微软雅黑" panose="020B0503020204020204" charset="-122"/>
                <a:cs typeface="微软雅黑" panose="020B0503020204020204" charset="-122"/>
                <a:sym typeface="+mn-ea"/>
              </a:rPr>
              <a:t>调用分发，</a:t>
            </a:r>
            <a:r>
              <a:rPr lang="zh-CN" altLang="en-US" sz="1300" dirty="0">
                <a:latin typeface="微软雅黑" panose="020B0503020204020204" charset="-122"/>
                <a:ea typeface="微软雅黑" panose="020B0503020204020204" charset="-122"/>
                <a:cs typeface="微软雅黑" panose="020B0503020204020204" charset="-122"/>
                <a:sym typeface="+mn-ea"/>
              </a:rPr>
              <a:t>满足客户设备多集群统一管理要求。</a:t>
            </a:r>
            <a:endParaRPr lang="en-US" altLang="zh-CN" sz="1300" dirty="0">
              <a:latin typeface="微软雅黑" panose="020B0503020204020204" charset="-122"/>
              <a:ea typeface="微软雅黑" panose="020B0503020204020204" charset="-122"/>
              <a:cs typeface="微软雅黑" panose="020B0503020204020204" charset="-122"/>
              <a:sym typeface="+mn-ea"/>
            </a:endParaRPr>
          </a:p>
          <a:p>
            <a:pPr fontAlgn="auto">
              <a:lnSpc>
                <a:spcPct val="150000"/>
              </a:lnSpc>
              <a:spcBef>
                <a:spcPts val="600"/>
              </a:spcBef>
            </a:pPr>
            <a:r>
              <a:rPr lang="zh-CN" altLang="en-US" sz="1300" b="1" dirty="0">
                <a:solidFill>
                  <a:srgbClr val="C00000"/>
                </a:solidFill>
                <a:latin typeface="微软雅黑" panose="020B0503020204020204" charset="-122"/>
                <a:ea typeface="微软雅黑" panose="020B0503020204020204" charset="-122"/>
                <a:sym typeface="+mn-ea"/>
              </a:rPr>
              <a:t>客户侧改造方案：</a:t>
            </a:r>
          </a:p>
          <a:p>
            <a:pPr marL="285750" indent="-285750" fontAlgn="auto">
              <a:lnSpc>
                <a:spcPct val="150000"/>
              </a:lnSpc>
              <a:buFont typeface="Wingdings" panose="05000000000000000000" charset="0"/>
              <a:buChar char="Ø"/>
            </a:pPr>
            <a:r>
              <a:rPr lang="zh-CN" altLang="en-US" sz="1300" dirty="0">
                <a:latin typeface="微软雅黑" panose="020B0503020204020204" charset="-122"/>
                <a:ea typeface="微软雅黑" panose="020B0503020204020204" charset="-122"/>
                <a:cs typeface="微软雅黑" panose="020B0503020204020204" charset="-122"/>
                <a:sym typeface="+mn-ea"/>
              </a:rPr>
              <a:t>进行</a:t>
            </a:r>
            <a:r>
              <a:rPr lang="en-US" altLang="zh-CN" sz="1300" dirty="0">
                <a:latin typeface="微软雅黑" panose="020B0503020204020204" charset="-122"/>
                <a:ea typeface="微软雅黑" panose="020B0503020204020204" charset="-122"/>
                <a:cs typeface="微软雅黑" panose="020B0503020204020204" charset="-122"/>
                <a:sym typeface="+mn-ea"/>
              </a:rPr>
              <a:t>AEP</a:t>
            </a:r>
            <a:r>
              <a:rPr lang="zh-CN" altLang="en-US" sz="1300" dirty="0">
                <a:latin typeface="微软雅黑" panose="020B0503020204020204" charset="-122"/>
                <a:ea typeface="微软雅黑" panose="020B0503020204020204" charset="-122"/>
                <a:cs typeface="微软雅黑" panose="020B0503020204020204" charset="-122"/>
                <a:sym typeface="+mn-ea"/>
              </a:rPr>
              <a:t>北向</a:t>
            </a:r>
            <a:r>
              <a:rPr lang="en-US" altLang="zh-CN" sz="1300" dirty="0">
                <a:latin typeface="微软雅黑" panose="020B0503020204020204" charset="-122"/>
                <a:ea typeface="微软雅黑" panose="020B0503020204020204" charset="-122"/>
                <a:cs typeface="微软雅黑" panose="020B0503020204020204" charset="-122"/>
                <a:sym typeface="+mn-ea"/>
              </a:rPr>
              <a:t>SDK</a:t>
            </a:r>
            <a:r>
              <a:rPr lang="zh-CN" altLang="en-US" sz="1300" dirty="0">
                <a:latin typeface="微软雅黑" panose="020B0503020204020204" charset="-122"/>
                <a:ea typeface="微软雅黑" panose="020B0503020204020204" charset="-122"/>
                <a:cs typeface="微软雅黑" panose="020B0503020204020204" charset="-122"/>
                <a:sym typeface="+mn-ea"/>
              </a:rPr>
              <a:t>改造，加入</a:t>
            </a:r>
            <a:r>
              <a:rPr lang="en-US" altLang="zh-CN" sz="1300" dirty="0" err="1">
                <a:latin typeface="微软雅黑" panose="020B0503020204020204" charset="-122"/>
                <a:ea typeface="微软雅黑" panose="020B0503020204020204" charset="-122"/>
                <a:cs typeface="微软雅黑" panose="020B0503020204020204" charset="-122"/>
                <a:sym typeface="+mn-ea"/>
              </a:rPr>
              <a:t>clusterId</a:t>
            </a:r>
            <a:r>
              <a:rPr lang="en-US" altLang="zh-CN" sz="1300" dirty="0">
                <a:latin typeface="微软雅黑" panose="020B0503020204020204" charset="-122"/>
                <a:ea typeface="微软雅黑" panose="020B0503020204020204" charset="-122"/>
                <a:cs typeface="微软雅黑" panose="020B0503020204020204" charset="-122"/>
                <a:sym typeface="+mn-ea"/>
              </a:rPr>
              <a:t> </a:t>
            </a:r>
            <a:r>
              <a:rPr lang="zh-CN" altLang="en-US" sz="1300" dirty="0">
                <a:latin typeface="微软雅黑" panose="020B0503020204020204" charset="-122"/>
                <a:ea typeface="微软雅黑" panose="020B0503020204020204" charset="-122"/>
                <a:cs typeface="微软雅黑" panose="020B0503020204020204" charset="-122"/>
                <a:sym typeface="+mn-ea"/>
              </a:rPr>
              <a:t>集群标识传参，新增产品归属集群查询接口。客户替换旧</a:t>
            </a:r>
            <a:r>
              <a:rPr lang="en-US" altLang="zh-CN" sz="1300" dirty="0">
                <a:latin typeface="微软雅黑" panose="020B0503020204020204" charset="-122"/>
                <a:ea typeface="微软雅黑" panose="020B0503020204020204" charset="-122"/>
                <a:cs typeface="微软雅黑" panose="020B0503020204020204" charset="-122"/>
                <a:sym typeface="+mn-ea"/>
              </a:rPr>
              <a:t>SDK</a:t>
            </a:r>
            <a:r>
              <a:rPr lang="zh-CN" altLang="en-US" sz="1300" dirty="0">
                <a:latin typeface="微软雅黑" panose="020B0503020204020204" charset="-122"/>
                <a:ea typeface="微软雅黑" panose="020B0503020204020204" charset="-122"/>
                <a:cs typeface="微软雅黑" panose="020B0503020204020204" charset="-122"/>
                <a:sym typeface="+mn-ea"/>
              </a:rPr>
              <a:t>，按照产品查询集群归属，按需设置</a:t>
            </a:r>
            <a:r>
              <a:rPr lang="en-US" altLang="zh-CN" sz="1300" dirty="0" err="1">
                <a:latin typeface="微软雅黑" panose="020B0503020204020204" charset="-122"/>
                <a:ea typeface="微软雅黑" panose="020B0503020204020204" charset="-122"/>
                <a:cs typeface="微软雅黑" panose="020B0503020204020204" charset="-122"/>
                <a:sym typeface="+mn-ea"/>
              </a:rPr>
              <a:t>clusterId</a:t>
            </a:r>
            <a:r>
              <a:rPr lang="zh-CN" altLang="en-US" sz="1300" dirty="0">
                <a:latin typeface="微软雅黑" panose="020B0503020204020204" charset="-122"/>
                <a:ea typeface="微软雅黑" panose="020B0503020204020204" charset="-122"/>
                <a:cs typeface="微软雅黑" panose="020B0503020204020204" charset="-122"/>
                <a:sym typeface="+mn-ea"/>
              </a:rPr>
              <a:t>标识参数，一次性改造满足跨集群调度要求。</a:t>
            </a:r>
            <a:endParaRPr lang="en-US" altLang="zh-CN" sz="1300" dirty="0">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600"/>
              </a:spcBef>
            </a:pPr>
            <a:r>
              <a:rPr lang="zh-CN" altLang="en-US" sz="1300" b="1" dirty="0">
                <a:solidFill>
                  <a:srgbClr val="C00000"/>
                </a:solidFill>
                <a:latin typeface="微软雅黑" panose="020B0503020204020204" charset="-122"/>
                <a:ea typeface="微软雅黑" panose="020B0503020204020204" charset="-122"/>
                <a:sym typeface="+mn-ea"/>
              </a:rPr>
              <a:t>局限性：</a:t>
            </a:r>
          </a:p>
          <a:p>
            <a:pPr marL="285750" indent="-285750">
              <a:lnSpc>
                <a:spcPct val="150000"/>
              </a:lnSpc>
              <a:buFont typeface="Wingdings" panose="05000000000000000000" charset="0"/>
              <a:buChar char="Ø"/>
            </a:pPr>
            <a:r>
              <a:rPr lang="zh-CN" altLang="en-US" sz="1300" dirty="0">
                <a:latin typeface="微软雅黑" panose="020B0503020204020204" charset="-122"/>
                <a:ea typeface="微软雅黑" panose="020B0503020204020204" charset="-122"/>
                <a:cs typeface="微软雅黑" panose="020B0503020204020204" charset="-122"/>
                <a:sym typeface="+mn-ea"/>
              </a:rPr>
              <a:t>应用侧需对AEP原生SDK做升级，调用产品设备级</a:t>
            </a:r>
            <a:r>
              <a:rPr lang="en-US" altLang="zh-CN" sz="1300" dirty="0">
                <a:latin typeface="微软雅黑" panose="020B0503020204020204" charset="-122"/>
                <a:ea typeface="微软雅黑" panose="020B0503020204020204" charset="-122"/>
                <a:cs typeface="微软雅黑" panose="020B0503020204020204" charset="-122"/>
                <a:sym typeface="+mn-ea"/>
              </a:rPr>
              <a:t>API</a:t>
            </a:r>
            <a:r>
              <a:rPr lang="zh-CN" altLang="en-US" sz="1300" dirty="0">
                <a:latin typeface="微软雅黑" panose="020B0503020204020204" charset="-122"/>
                <a:ea typeface="微软雅黑" panose="020B0503020204020204" charset="-122"/>
                <a:cs typeface="微软雅黑" panose="020B0503020204020204" charset="-122"/>
                <a:sym typeface="+mn-ea"/>
              </a:rPr>
              <a:t>前需要先调用接口查询集群归属。</a:t>
            </a:r>
          </a:p>
          <a:p>
            <a:pPr algn="l" fontAlgn="auto">
              <a:lnSpc>
                <a:spcPct val="150000"/>
              </a:lnSpc>
              <a:buClrTx/>
              <a:buSzTx/>
            </a:pPr>
            <a:endParaRPr lang="zh-CN" altLang="en-US" sz="1300" dirty="0">
              <a:latin typeface="微软雅黑" panose="020B0503020204020204" charset="-122"/>
              <a:ea typeface="微软雅黑" panose="020B0503020204020204" charset="-122"/>
              <a:cs typeface="微软雅黑" panose="020B0503020204020204" charset="-122"/>
              <a:sym typeface="+mn-ea"/>
            </a:endParaRPr>
          </a:p>
        </p:txBody>
      </p:sp>
      <p:sp>
        <p:nvSpPr>
          <p:cNvPr id="69" name="下箭头 37">
            <a:extLst>
              <a:ext uri="{FF2B5EF4-FFF2-40B4-BE49-F238E27FC236}">
                <a16:creationId xmlns:a16="http://schemas.microsoft.com/office/drawing/2014/main" id="{1A70A912-FA2C-B8D6-1618-CD28CB71A4E8}"/>
              </a:ext>
            </a:extLst>
          </p:cNvPr>
          <p:cNvSpPr/>
          <p:nvPr>
            <p:custDataLst>
              <p:tags r:id="rId24"/>
            </p:custDataLst>
          </p:nvPr>
        </p:nvSpPr>
        <p:spPr>
          <a:xfrm rot="10800000">
            <a:off x="8804090" y="2161546"/>
            <a:ext cx="122555" cy="1517650"/>
          </a:xfrm>
          <a:prstGeom prst="downArrow">
            <a:avLst/>
          </a:prstGeom>
          <a:solidFill>
            <a:schemeClr val="bg1">
              <a:lumMod val="65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sz="1600" dirty="0">
              <a:solidFill>
                <a:srgbClr val="FF0000"/>
              </a:solidFill>
              <a:latin typeface="微软雅黑" panose="020B0503020204020204" charset="-122"/>
              <a:ea typeface="微软雅黑" panose="020B0503020204020204" charset="-122"/>
            </a:endParaRPr>
          </a:p>
        </p:txBody>
      </p:sp>
      <p:sp>
        <p:nvSpPr>
          <p:cNvPr id="70" name="文本框 69">
            <a:extLst>
              <a:ext uri="{FF2B5EF4-FFF2-40B4-BE49-F238E27FC236}">
                <a16:creationId xmlns:a16="http://schemas.microsoft.com/office/drawing/2014/main" id="{9D65D7F6-E2E9-AE04-9E54-C1A6905F89B8}"/>
              </a:ext>
            </a:extLst>
          </p:cNvPr>
          <p:cNvSpPr txBox="1"/>
          <p:nvPr>
            <p:custDataLst>
              <p:tags r:id="rId25"/>
            </p:custDataLst>
          </p:nvPr>
        </p:nvSpPr>
        <p:spPr>
          <a:xfrm>
            <a:off x="8725350" y="3175641"/>
            <a:ext cx="1454785" cy="1675130"/>
          </a:xfrm>
          <a:prstGeom prst="rect">
            <a:avLst/>
          </a:prstGeom>
          <a:noFill/>
          <a:ln w="28575" cmpd="thickThin">
            <a:solidFill>
              <a:schemeClr val="accent1">
                <a:shade val="50000"/>
              </a:schemeClr>
            </a:solidFill>
            <a:prstDash val="sysDot"/>
          </a:ln>
        </p:spPr>
        <p:txBody>
          <a:bodyPr wrap="square" rtlCol="0">
            <a:noAutofit/>
          </a:bodyPr>
          <a:lstStyle/>
          <a:p>
            <a:pPr algn="ctr" fontAlgn="base">
              <a:spcBef>
                <a:spcPct val="0"/>
              </a:spcBef>
              <a:spcAft>
                <a:spcPct val="0"/>
              </a:spcAft>
              <a:defRPr/>
            </a:pPr>
            <a:r>
              <a:rPr lang="en-US" altLang="zh-CN" sz="1200" b="1" kern="0" dirty="0" err="1">
                <a:solidFill>
                  <a:schemeClr val="tx1">
                    <a:lumMod val="85000"/>
                    <a:lumOff val="15000"/>
                  </a:schemeClr>
                </a:solidFill>
                <a:latin typeface="微软雅黑" panose="020B0503020204020204" charset="-122"/>
                <a:ea typeface="微软雅黑" panose="020B0503020204020204" charset="-122"/>
                <a:cs typeface="+mn-ea"/>
                <a:sym typeface="+mn-lt"/>
              </a:rPr>
              <a:t>AEP</a:t>
            </a:r>
            <a:r>
              <a:rPr lang="zh-CN" altLang="en-US" sz="1200" b="1" kern="0" dirty="0" err="1">
                <a:solidFill>
                  <a:schemeClr val="tx1">
                    <a:lumMod val="85000"/>
                    <a:lumOff val="15000"/>
                  </a:schemeClr>
                </a:solidFill>
                <a:latin typeface="微软雅黑" panose="020B0503020204020204" charset="-122"/>
                <a:ea typeface="微软雅黑" panose="020B0503020204020204" charset="-122"/>
                <a:cs typeface="+mn-ea"/>
                <a:sym typeface="+mn-lt"/>
              </a:rPr>
              <a:t>浙江节点</a:t>
            </a:r>
          </a:p>
        </p:txBody>
      </p:sp>
      <p:sp>
        <p:nvSpPr>
          <p:cNvPr id="71" name="矩形 70">
            <a:extLst>
              <a:ext uri="{FF2B5EF4-FFF2-40B4-BE49-F238E27FC236}">
                <a16:creationId xmlns:a16="http://schemas.microsoft.com/office/drawing/2014/main" id="{0F7D3CC8-C2C6-4AC3-0DEB-77481694723D}"/>
              </a:ext>
            </a:extLst>
          </p:cNvPr>
          <p:cNvSpPr/>
          <p:nvPr>
            <p:custDataLst>
              <p:tags r:id="rId26"/>
            </p:custDataLst>
          </p:nvPr>
        </p:nvSpPr>
        <p:spPr>
          <a:xfrm>
            <a:off x="8803455" y="4415796"/>
            <a:ext cx="1360805" cy="384810"/>
          </a:xfrm>
          <a:prstGeom prst="rect">
            <a:avLst/>
          </a:prstGeom>
          <a:solidFill>
            <a:srgbClr val="002060"/>
          </a:solidFill>
          <a:ln w="19050" cap="rnd" cmpd="sng" algn="ctr">
            <a:noFill/>
            <a:prstDash val="solid"/>
          </a:ln>
          <a:effectLst/>
        </p:spPr>
        <p:txBody>
          <a:bodyPr rtlCol="0" anchor="ctr"/>
          <a:lstStyle/>
          <a:p>
            <a:pPr algn="ctr" fontAlgn="base">
              <a:spcBef>
                <a:spcPct val="0"/>
              </a:spcBef>
              <a:spcAft>
                <a:spcPct val="0"/>
              </a:spcAft>
              <a:defRPr/>
            </a:pPr>
            <a:r>
              <a:rPr lang="zh-CN" altLang="en-US" sz="1200" b="1" kern="0" dirty="0">
                <a:solidFill>
                  <a:schemeClr val="bg1"/>
                </a:solidFill>
                <a:latin typeface="微软雅黑" panose="020B0503020204020204" charset="-122"/>
                <a:ea typeface="微软雅黑" panose="020B0503020204020204" charset="-122"/>
                <a:cs typeface="+mn-ea"/>
                <a:sym typeface="+mn-lt"/>
              </a:rPr>
              <a:t>平台接入底座</a:t>
            </a:r>
          </a:p>
        </p:txBody>
      </p:sp>
      <p:sp>
        <p:nvSpPr>
          <p:cNvPr id="72" name="矩形: 圆角 10">
            <a:extLst>
              <a:ext uri="{FF2B5EF4-FFF2-40B4-BE49-F238E27FC236}">
                <a16:creationId xmlns:a16="http://schemas.microsoft.com/office/drawing/2014/main" id="{2B463BA7-9182-58D1-C2E6-68F66272CA3D}"/>
              </a:ext>
            </a:extLst>
          </p:cNvPr>
          <p:cNvSpPr/>
          <p:nvPr>
            <p:custDataLst>
              <p:tags r:id="rId27"/>
            </p:custDataLst>
          </p:nvPr>
        </p:nvSpPr>
        <p:spPr>
          <a:xfrm>
            <a:off x="9334315" y="3668401"/>
            <a:ext cx="803275" cy="326390"/>
          </a:xfrm>
          <a:prstGeom prst="roundRect">
            <a:avLst/>
          </a:prstGeom>
          <a:solidFill>
            <a:schemeClr val="tx2">
              <a:lumMod val="60000"/>
              <a:lumOff val="40000"/>
            </a:schemeClr>
          </a:solidFill>
          <a:ln w="9525" cap="flat" cmpd="sng" algn="ctr">
            <a:noFill/>
            <a:prstDash val="solid"/>
            <a:round/>
            <a:headEnd type="none" w="med" len="med"/>
            <a:tailEnd type="none" w="med" len="med"/>
          </a:ln>
        </p:spPr>
        <p:txBody>
          <a:bodyPr vert="horz" wrap="square" lIns="91440" tIns="45720" rIns="91440" bIns="45720" numCol="1" anchor="ctr" anchorCtr="0" compatLnSpc="1"/>
          <a:lstStyle/>
          <a:p>
            <a:pPr algn="ctr" fontAlgn="base">
              <a:spcBef>
                <a:spcPct val="0"/>
              </a:spcBef>
              <a:spcAft>
                <a:spcPct val="0"/>
              </a:spcAft>
            </a:pPr>
            <a:r>
              <a:rPr lang="zh-CN" altLang="en-US" sz="1000" kern="0" dirty="0">
                <a:latin typeface="微软雅黑" panose="020B0503020204020204" charset="-122"/>
                <a:ea typeface="微软雅黑" panose="020B0503020204020204" charset="-122"/>
                <a:sym typeface="+mn-lt"/>
              </a:rPr>
              <a:t>北向流量调度网关</a:t>
            </a:r>
          </a:p>
        </p:txBody>
      </p:sp>
      <p:sp>
        <p:nvSpPr>
          <p:cNvPr id="73" name="矩形: 圆角 10">
            <a:extLst>
              <a:ext uri="{FF2B5EF4-FFF2-40B4-BE49-F238E27FC236}">
                <a16:creationId xmlns:a16="http://schemas.microsoft.com/office/drawing/2014/main" id="{5B785E98-5192-2172-2D76-CC2B66127B51}"/>
              </a:ext>
            </a:extLst>
          </p:cNvPr>
          <p:cNvSpPr/>
          <p:nvPr>
            <p:custDataLst>
              <p:tags r:id="rId28"/>
            </p:custDataLst>
          </p:nvPr>
        </p:nvSpPr>
        <p:spPr>
          <a:xfrm>
            <a:off x="8803455" y="3668401"/>
            <a:ext cx="524510" cy="326390"/>
          </a:xfrm>
          <a:prstGeom prst="roundRect">
            <a:avLst/>
          </a:prstGeom>
          <a:solidFill>
            <a:schemeClr val="bg1">
              <a:lumMod val="75000"/>
            </a:schemeClr>
          </a:solidFill>
          <a:ln w="9525" cap="flat" cmpd="sng" algn="ctr">
            <a:noFill/>
            <a:prstDash val="solid"/>
            <a:round/>
            <a:headEnd type="none" w="med" len="med"/>
            <a:tailEnd type="none" w="med" len="med"/>
          </a:ln>
        </p:spPr>
        <p:txBody>
          <a:bodyPr vert="horz" wrap="square" lIns="91440" tIns="45720" rIns="91440" bIns="45720" numCol="1" anchor="ctr" anchorCtr="0" compatLnSpc="1"/>
          <a:lstStyle/>
          <a:p>
            <a:pPr algn="ctr" fontAlgn="base">
              <a:spcBef>
                <a:spcPct val="0"/>
              </a:spcBef>
              <a:spcAft>
                <a:spcPct val="0"/>
              </a:spcAft>
            </a:pPr>
            <a:r>
              <a:rPr lang="zh-CN" altLang="en-US" sz="1000" kern="0" dirty="0">
                <a:latin typeface="微软雅黑" panose="020B0503020204020204" charset="-122"/>
                <a:ea typeface="微软雅黑" panose="020B0503020204020204" charset="-122"/>
                <a:sym typeface="+mn-lt"/>
              </a:rPr>
              <a:t>消息推送</a:t>
            </a:r>
          </a:p>
        </p:txBody>
      </p:sp>
      <p:sp>
        <p:nvSpPr>
          <p:cNvPr id="74" name="文本框 73">
            <a:extLst>
              <a:ext uri="{FF2B5EF4-FFF2-40B4-BE49-F238E27FC236}">
                <a16:creationId xmlns:a16="http://schemas.microsoft.com/office/drawing/2014/main" id="{AC0C141D-27EF-56C1-51B3-5253B3D6492F}"/>
              </a:ext>
            </a:extLst>
          </p:cNvPr>
          <p:cNvSpPr txBox="1"/>
          <p:nvPr/>
        </p:nvSpPr>
        <p:spPr>
          <a:xfrm>
            <a:off x="8106860" y="2284101"/>
            <a:ext cx="3877310" cy="398780"/>
          </a:xfrm>
          <a:prstGeom prst="rect">
            <a:avLst/>
          </a:prstGeom>
          <a:noFill/>
        </p:spPr>
        <p:txBody>
          <a:bodyPr wrap="square" rtlCol="0">
            <a:spAutoFit/>
          </a:bodyPr>
          <a:lstStyle/>
          <a:p>
            <a:pPr algn="l"/>
            <a:r>
              <a:rPr lang="zh-CN" altLang="en-US" sz="1000" b="1" dirty="0">
                <a:solidFill>
                  <a:schemeClr val="accent1"/>
                </a:solidFill>
              </a:rPr>
              <a:t>客户应用只需一点对接</a:t>
            </a:r>
            <a:r>
              <a:rPr lang="en-US" altLang="zh-CN" sz="1000" b="1" dirty="0">
                <a:solidFill>
                  <a:schemeClr val="accent1"/>
                </a:solidFill>
              </a:rPr>
              <a:t>AEP</a:t>
            </a:r>
            <a:r>
              <a:rPr lang="zh-CN" altLang="en-US" sz="1000" b="1" dirty="0">
                <a:solidFill>
                  <a:schemeClr val="accent1"/>
                </a:solidFill>
              </a:rPr>
              <a:t>某一节点，可跨集群进行</a:t>
            </a:r>
            <a:r>
              <a:rPr lang="en-US" altLang="zh-CN" sz="1000" b="1" dirty="0">
                <a:solidFill>
                  <a:schemeClr val="accent1"/>
                </a:solidFill>
              </a:rPr>
              <a:t>API</a:t>
            </a:r>
            <a:r>
              <a:rPr lang="zh-CN" altLang="en-US" sz="1000" b="1" dirty="0">
                <a:solidFill>
                  <a:schemeClr val="accent1"/>
                </a:solidFill>
              </a:rPr>
              <a:t>调用分发</a:t>
            </a:r>
          </a:p>
          <a:p>
            <a:pPr algn="l"/>
            <a:r>
              <a:rPr lang="zh-CN" altLang="en-US" sz="1000" b="1" dirty="0">
                <a:solidFill>
                  <a:schemeClr val="accent1"/>
                </a:solidFill>
              </a:rPr>
              <a:t>消息推送仍由设备所在节点推送至应用</a:t>
            </a:r>
          </a:p>
        </p:txBody>
      </p:sp>
      <p:sp>
        <p:nvSpPr>
          <p:cNvPr id="75" name="左右箭头 8">
            <a:extLst>
              <a:ext uri="{FF2B5EF4-FFF2-40B4-BE49-F238E27FC236}">
                <a16:creationId xmlns:a16="http://schemas.microsoft.com/office/drawing/2014/main" id="{92F7E33C-26B2-7F2C-6E3F-2A5E65E493F9}"/>
              </a:ext>
            </a:extLst>
          </p:cNvPr>
          <p:cNvSpPr/>
          <p:nvPr/>
        </p:nvSpPr>
        <p:spPr>
          <a:xfrm>
            <a:off x="7074350" y="4023366"/>
            <a:ext cx="4616450" cy="347345"/>
          </a:xfrm>
          <a:prstGeom prst="leftRightArrow">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rPr>
              <a:t>跨集群应用信息同步</a:t>
            </a:r>
          </a:p>
        </p:txBody>
      </p:sp>
      <p:sp>
        <p:nvSpPr>
          <p:cNvPr id="17" name="文本框 16">
            <a:extLst>
              <a:ext uri="{FF2B5EF4-FFF2-40B4-BE49-F238E27FC236}">
                <a16:creationId xmlns:a16="http://schemas.microsoft.com/office/drawing/2014/main" id="{78D39C5D-C9C0-DDCE-931C-6878FE1DA9D7}"/>
              </a:ext>
            </a:extLst>
          </p:cNvPr>
          <p:cNvSpPr txBox="1"/>
          <p:nvPr>
            <p:custDataLst>
              <p:tags r:id="rId29"/>
            </p:custDataLst>
          </p:nvPr>
        </p:nvSpPr>
        <p:spPr>
          <a:xfrm>
            <a:off x="4891187" y="2898780"/>
            <a:ext cx="1504315" cy="2041525"/>
          </a:xfrm>
          <a:prstGeom prst="rect">
            <a:avLst/>
          </a:prstGeom>
          <a:noFill/>
          <a:ln w="28575" cmpd="thickThin">
            <a:solidFill>
              <a:schemeClr val="accent1">
                <a:shade val="50000"/>
              </a:schemeClr>
            </a:solidFill>
            <a:prstDash val="sysDot"/>
          </a:ln>
        </p:spPr>
        <p:txBody>
          <a:bodyPr wrap="square" rtlCol="0">
            <a:noAutofit/>
          </a:bodyPr>
          <a:lstStyle/>
          <a:p>
            <a:pPr algn="ctr" fontAlgn="base">
              <a:spcBef>
                <a:spcPct val="0"/>
              </a:spcBef>
              <a:spcAft>
                <a:spcPct val="0"/>
              </a:spcAft>
              <a:defRPr/>
            </a:pPr>
            <a:r>
              <a:rPr lang="en-US" altLang="zh-CN" sz="1200" b="1" dirty="0">
                <a:ea typeface="微软雅黑" panose="020B0503020204020204" charset="-122"/>
              </a:rPr>
              <a:t>NB</a:t>
            </a:r>
            <a:r>
              <a:rPr lang="zh-CN" altLang="en-US" sz="1200" b="1" dirty="0">
                <a:ea typeface="微软雅黑" panose="020B0503020204020204" charset="-122"/>
              </a:rPr>
              <a:t>网关平台</a:t>
            </a:r>
          </a:p>
        </p:txBody>
      </p:sp>
      <p:sp>
        <p:nvSpPr>
          <p:cNvPr id="18" name="矩形: 圆角 10">
            <a:extLst>
              <a:ext uri="{FF2B5EF4-FFF2-40B4-BE49-F238E27FC236}">
                <a16:creationId xmlns:a16="http://schemas.microsoft.com/office/drawing/2014/main" id="{01B8EB9C-D16B-7622-3B43-CE7285F5C964}"/>
              </a:ext>
            </a:extLst>
          </p:cNvPr>
          <p:cNvSpPr/>
          <p:nvPr>
            <p:custDataLst>
              <p:tags r:id="rId30"/>
            </p:custDataLst>
          </p:nvPr>
        </p:nvSpPr>
        <p:spPr>
          <a:xfrm>
            <a:off x="4998441" y="3478535"/>
            <a:ext cx="524510" cy="640715"/>
          </a:xfrm>
          <a:prstGeom prst="roundRect">
            <a:avLst/>
          </a:prstGeom>
          <a:solidFill>
            <a:schemeClr val="bg1">
              <a:lumMod val="75000"/>
            </a:schemeClr>
          </a:solidFill>
          <a:ln w="9525" cap="flat" cmpd="sng" algn="ctr">
            <a:noFill/>
            <a:prstDash val="solid"/>
            <a:round/>
            <a:headEnd type="none" w="med" len="med"/>
            <a:tailEnd type="none" w="med" len="med"/>
          </a:ln>
        </p:spPr>
        <p:txBody>
          <a:bodyPr vert="horz" wrap="square" lIns="91440" tIns="45720" rIns="91440" bIns="45720" numCol="1" anchor="ctr" anchorCtr="0" compatLnSpc="1"/>
          <a:lstStyle/>
          <a:p>
            <a:pPr algn="ctr" fontAlgn="base">
              <a:spcBef>
                <a:spcPct val="0"/>
              </a:spcBef>
              <a:spcAft>
                <a:spcPct val="0"/>
              </a:spcAft>
            </a:pPr>
            <a:r>
              <a:rPr lang="zh-CN" altLang="en-US" sz="1000" kern="0" dirty="0">
                <a:latin typeface="微软雅黑" panose="020B0503020204020204" charset="-122"/>
                <a:ea typeface="微软雅黑" panose="020B0503020204020204" charset="-122"/>
                <a:sym typeface="+mn-lt"/>
              </a:rPr>
              <a:t>消息推送</a:t>
            </a:r>
          </a:p>
        </p:txBody>
      </p:sp>
      <p:sp>
        <p:nvSpPr>
          <p:cNvPr id="19" name="矩形: 圆角 10">
            <a:extLst>
              <a:ext uri="{FF2B5EF4-FFF2-40B4-BE49-F238E27FC236}">
                <a16:creationId xmlns:a16="http://schemas.microsoft.com/office/drawing/2014/main" id="{FECD9301-D477-AA4A-C676-8014AA056D9C}"/>
              </a:ext>
            </a:extLst>
          </p:cNvPr>
          <p:cNvSpPr/>
          <p:nvPr>
            <p:custDataLst>
              <p:tags r:id="rId31"/>
            </p:custDataLst>
          </p:nvPr>
        </p:nvSpPr>
        <p:spPr>
          <a:xfrm>
            <a:off x="5677668" y="3475035"/>
            <a:ext cx="524510" cy="640715"/>
          </a:xfrm>
          <a:prstGeom prst="roundRect">
            <a:avLst/>
          </a:prstGeom>
          <a:solidFill>
            <a:schemeClr val="bg1">
              <a:lumMod val="75000"/>
            </a:schemeClr>
          </a:solidFill>
          <a:ln w="9525" cap="flat" cmpd="sng" algn="ctr">
            <a:noFill/>
            <a:prstDash val="solid"/>
            <a:round/>
            <a:headEnd type="none" w="med" len="med"/>
            <a:tailEnd type="none" w="med" len="med"/>
          </a:ln>
        </p:spPr>
        <p:txBody>
          <a:bodyPr vert="horz" wrap="square" lIns="91440" tIns="45720" rIns="91440" bIns="45720" numCol="1" anchor="ctr" anchorCtr="0" compatLnSpc="1"/>
          <a:lstStyle/>
          <a:p>
            <a:pPr algn="ctr" fontAlgn="base">
              <a:spcBef>
                <a:spcPct val="0"/>
              </a:spcBef>
              <a:spcAft>
                <a:spcPct val="0"/>
              </a:spcAft>
            </a:pPr>
            <a:r>
              <a:rPr lang="en-US" altLang="zh-CN" sz="1000" kern="0" dirty="0">
                <a:latin typeface="微软雅黑" panose="020B0503020204020204" charset="-122"/>
                <a:ea typeface="微软雅黑" panose="020B0503020204020204" charset="-122"/>
                <a:sym typeface="+mn-lt"/>
              </a:rPr>
              <a:t>API</a:t>
            </a:r>
            <a:r>
              <a:rPr lang="zh-CN" altLang="en-US" sz="1000" kern="0" dirty="0">
                <a:latin typeface="微软雅黑" panose="020B0503020204020204" charset="-122"/>
                <a:ea typeface="微软雅黑" panose="020B0503020204020204" charset="-122"/>
                <a:sym typeface="+mn-lt"/>
              </a:rPr>
              <a:t>网关</a:t>
            </a:r>
          </a:p>
        </p:txBody>
      </p:sp>
      <p:sp>
        <p:nvSpPr>
          <p:cNvPr id="20" name="椭圆 19">
            <a:extLst>
              <a:ext uri="{FF2B5EF4-FFF2-40B4-BE49-F238E27FC236}">
                <a16:creationId xmlns:a16="http://schemas.microsoft.com/office/drawing/2014/main" id="{28D76623-185C-DD63-9C17-3D758548E2E6}"/>
              </a:ext>
            </a:extLst>
          </p:cNvPr>
          <p:cNvSpPr/>
          <p:nvPr>
            <p:custDataLst>
              <p:tags r:id="rId32"/>
            </p:custDataLst>
          </p:nvPr>
        </p:nvSpPr>
        <p:spPr>
          <a:xfrm>
            <a:off x="5137282" y="5426714"/>
            <a:ext cx="1124585" cy="527050"/>
          </a:xfrm>
          <a:prstGeom prst="ellipse">
            <a:avLst/>
          </a:prstGeom>
          <a:solidFill>
            <a:srgbClr val="F16B11"/>
          </a:solidFill>
          <a:ln w="19050" cap="rnd" cmpd="sng" algn="ctr">
            <a:solidFill>
              <a:srgbClr val="00206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NB</a:t>
            </a:r>
            <a:r>
              <a:rPr kumimoji="0" lang="zh-CN" altLang="en-US"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网关存量设备</a:t>
            </a:r>
          </a:p>
        </p:txBody>
      </p:sp>
      <p:sp>
        <p:nvSpPr>
          <p:cNvPr id="22" name="箭头: 上下 21">
            <a:extLst>
              <a:ext uri="{FF2B5EF4-FFF2-40B4-BE49-F238E27FC236}">
                <a16:creationId xmlns:a16="http://schemas.microsoft.com/office/drawing/2014/main" id="{7F2DA777-BDBE-275A-D527-6F474B9DAFEC}"/>
              </a:ext>
            </a:extLst>
          </p:cNvPr>
          <p:cNvSpPr/>
          <p:nvPr/>
        </p:nvSpPr>
        <p:spPr>
          <a:xfrm rot="2773771">
            <a:off x="5920850" y="2019104"/>
            <a:ext cx="85771" cy="965606"/>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3" name="上下箭头 57">
            <a:extLst>
              <a:ext uri="{FF2B5EF4-FFF2-40B4-BE49-F238E27FC236}">
                <a16:creationId xmlns:a16="http://schemas.microsoft.com/office/drawing/2014/main" id="{254FA64D-673E-B188-1986-838129552596}"/>
              </a:ext>
            </a:extLst>
          </p:cNvPr>
          <p:cNvSpPr/>
          <p:nvPr>
            <p:custDataLst>
              <p:tags r:id="rId33"/>
            </p:custDataLst>
          </p:nvPr>
        </p:nvSpPr>
        <p:spPr>
          <a:xfrm>
            <a:off x="5509056" y="4959356"/>
            <a:ext cx="199390" cy="483870"/>
          </a:xfrm>
          <a:prstGeom prst="upDownArrow">
            <a:avLst/>
          </a:prstGeom>
          <a:solidFill>
            <a:schemeClr val="bg1">
              <a:lumMod val="65000"/>
            </a:schemeClr>
          </a:solidFill>
          <a:ln>
            <a:noFill/>
          </a:ln>
        </p:spPr>
        <p:style>
          <a:lnRef idx="1">
            <a:schemeClr val="accent1"/>
          </a:lnRef>
          <a:fillRef idx="2">
            <a:schemeClr val="accent1"/>
          </a:fillRef>
          <a:effectRef idx="1">
            <a:schemeClr val="accent1"/>
          </a:effectRef>
          <a:fontRef idx="minor">
            <a:schemeClr val="dk1"/>
          </a:fontRef>
        </p:style>
        <p:txBody>
          <a:bodyPr wrap="square" lIns="89996" tIns="46798" rIns="89996" bIns="46798" rtlCol="0" anchor="ctr">
            <a:noAutofit/>
          </a:bodyPr>
          <a:lstStyle/>
          <a:p>
            <a:pPr algn="ctr"/>
            <a:endParaRPr lang="zh-CN" altLang="en-US" sz="1600" dirty="0">
              <a:solidFill>
                <a:srgbClr val="FF0000"/>
              </a:solidFill>
              <a:latin typeface="微软雅黑" panose="020B0503020204020204" charset="-122"/>
              <a:ea typeface="微软雅黑" panose="020B0503020204020204" charset="-122"/>
            </a:endParaRPr>
          </a:p>
        </p:txBody>
      </p:sp>
      <p:sp>
        <p:nvSpPr>
          <p:cNvPr id="24" name="矩形 23">
            <a:extLst>
              <a:ext uri="{FF2B5EF4-FFF2-40B4-BE49-F238E27FC236}">
                <a16:creationId xmlns:a16="http://schemas.microsoft.com/office/drawing/2014/main" id="{A9FAC9E2-14EF-EE56-8981-24DFD3442B36}"/>
              </a:ext>
            </a:extLst>
          </p:cNvPr>
          <p:cNvSpPr/>
          <p:nvPr>
            <p:custDataLst>
              <p:tags r:id="rId34"/>
            </p:custDataLst>
          </p:nvPr>
        </p:nvSpPr>
        <p:spPr>
          <a:xfrm>
            <a:off x="5009946" y="4399286"/>
            <a:ext cx="1192232" cy="366395"/>
          </a:xfrm>
          <a:prstGeom prst="rect">
            <a:avLst/>
          </a:prstGeom>
          <a:solidFill>
            <a:schemeClr val="bg1"/>
          </a:solidFill>
          <a:ln w="19050" cap="rnd" cmpd="sng" algn="ctr">
            <a:noFill/>
            <a:prstDash val="solid"/>
          </a:ln>
          <a:effectLst/>
        </p:spPr>
        <p:txBody>
          <a:bodyPr rtlCol="0" anchor="ctr"/>
          <a:lstStyle/>
          <a:p>
            <a:pPr algn="ctr" fontAlgn="base">
              <a:spcBef>
                <a:spcPct val="0"/>
              </a:spcBef>
              <a:spcAft>
                <a:spcPct val="0"/>
              </a:spcAft>
              <a:defRPr/>
            </a:pPr>
            <a:r>
              <a:rPr lang="zh-CN" altLang="en-US" sz="1200" b="1" kern="0" dirty="0">
                <a:solidFill>
                  <a:schemeClr val="tx1">
                    <a:lumMod val="85000"/>
                    <a:lumOff val="15000"/>
                  </a:schemeClr>
                </a:solidFill>
                <a:latin typeface="微软雅黑" panose="020B0503020204020204" charset="-122"/>
                <a:ea typeface="微软雅黑" panose="020B0503020204020204" charset="-122"/>
                <a:cs typeface="+mn-ea"/>
                <a:sym typeface="+mn-lt"/>
              </a:rPr>
              <a:t>南向设备接入</a:t>
            </a:r>
          </a:p>
        </p:txBody>
      </p:sp>
    </p:spTree>
    <p:extLst>
      <p:ext uri="{BB962C8B-B14F-4D97-AF65-F5344CB8AC3E}">
        <p14:creationId xmlns:p14="http://schemas.microsoft.com/office/powerpoint/2010/main" val="45747758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DA7B-8A02-F046-9ADB-022FBC16B10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7945AD0-798F-D5AE-25E2-A747C4FB034B}"/>
              </a:ext>
            </a:extLst>
          </p:cNvPr>
          <p:cNvSpPr txBox="1"/>
          <p:nvPr/>
        </p:nvSpPr>
        <p:spPr>
          <a:xfrm>
            <a:off x="288161" y="261878"/>
            <a:ext cx="10314711" cy="658085"/>
          </a:xfrm>
          <a:prstGeom prst="rect">
            <a:avLst/>
          </a:prstGeom>
        </p:spPr>
        <p:txBody>
          <a:bodyPr vert="horz" lIns="91440" tIns="45720" rIns="91440" bIns="45720" rtlCol="0" anchor="ctr">
            <a:noAutofit/>
          </a:bodyPr>
          <a:lstStyle>
            <a:lvl1pPr algn="l" defTabSz="1218565" rtl="0" eaLnBrk="1" latinLnBrk="0" hangingPunct="1">
              <a:lnSpc>
                <a:spcPct val="90000"/>
              </a:lnSpc>
              <a:spcBef>
                <a:spcPct val="0"/>
              </a:spcBef>
              <a:buNone/>
              <a:defRPr lang="zh-CN" altLang="en-US" sz="2800" b="1" kern="1200" dirty="0">
                <a:solidFill>
                  <a:srgbClr val="C00000"/>
                </a:solidFill>
                <a:latin typeface="华文细黑" panose="02010600040101010101" pitchFamily="2" charset="-122"/>
                <a:ea typeface="华文细黑" panose="02010600040101010101" pitchFamily="2" charset="-122"/>
                <a:cs typeface="+mj-cs"/>
              </a:defRPr>
            </a:lvl1pPr>
          </a:lstStyle>
          <a:p>
            <a:r>
              <a:rPr lang="zh-CN" altLang="en-US" sz="2400" dirty="0">
                <a:latin typeface="微软雅黑" panose="020B0503020204020204" charset="-122"/>
                <a:ea typeface="微软雅黑" panose="020B0503020204020204" charset="-122"/>
              </a:rPr>
              <a:t>方案二：使用兼容</a:t>
            </a:r>
            <a:r>
              <a:rPr lang="en-US" altLang="zh-CN" sz="2400" dirty="0">
                <a:latin typeface="微软雅黑" panose="020B0503020204020204" charset="-122"/>
                <a:ea typeface="微软雅黑" panose="020B0503020204020204" charset="-122"/>
              </a:rPr>
              <a:t>NB</a:t>
            </a:r>
            <a:r>
              <a:rPr lang="zh-CN" altLang="en-US" sz="2400" dirty="0">
                <a:latin typeface="微软雅黑" panose="020B0503020204020204" charset="-122"/>
                <a:ea typeface="微软雅黑" panose="020B0503020204020204" charset="-122"/>
              </a:rPr>
              <a:t>网关接口</a:t>
            </a:r>
          </a:p>
        </p:txBody>
      </p:sp>
      <p:sp>
        <p:nvSpPr>
          <p:cNvPr id="3" name="文本框 2">
            <a:extLst>
              <a:ext uri="{FF2B5EF4-FFF2-40B4-BE49-F238E27FC236}">
                <a16:creationId xmlns:a16="http://schemas.microsoft.com/office/drawing/2014/main" id="{4BF21C0F-EBF9-4BAD-6981-4DD4F02856B3}"/>
              </a:ext>
            </a:extLst>
          </p:cNvPr>
          <p:cNvSpPr txBox="1"/>
          <p:nvPr/>
        </p:nvSpPr>
        <p:spPr>
          <a:xfrm>
            <a:off x="453599" y="1375926"/>
            <a:ext cx="4344035" cy="4093541"/>
          </a:xfrm>
          <a:prstGeom prst="rect">
            <a:avLst/>
          </a:prstGeom>
          <a:noFill/>
        </p:spPr>
        <p:txBody>
          <a:bodyPr wrap="square" rtlCol="0">
            <a:noAutofit/>
          </a:bodyPr>
          <a:lstStyle/>
          <a:p>
            <a:pPr>
              <a:lnSpc>
                <a:spcPct val="150000"/>
              </a:lnSpc>
            </a:pPr>
            <a:r>
              <a:rPr lang="zh-CN" altLang="en-US" sz="1300" b="1" dirty="0">
                <a:solidFill>
                  <a:srgbClr val="C00000"/>
                </a:solidFill>
                <a:latin typeface="微软雅黑" panose="020B0503020204020204" charset="-122"/>
                <a:ea typeface="微软雅黑" panose="020B0503020204020204" charset="-122"/>
                <a:cs typeface="微软雅黑" panose="020B0503020204020204" charset="-122"/>
                <a:sym typeface="+mn-ea"/>
              </a:rPr>
              <a:t>适用客户：</a:t>
            </a:r>
            <a:endParaRPr lang="en-US" altLang="zh-CN" sz="1300" b="1" dirty="0">
              <a:solidFill>
                <a:srgbClr val="C00000"/>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300" dirty="0">
                <a:latin typeface="微软雅黑" panose="020B0503020204020204" charset="-122"/>
                <a:ea typeface="微软雅黑" panose="020B0503020204020204" charset="-122"/>
                <a:cs typeface="微软雅黑" panose="020B0503020204020204" charset="-122"/>
                <a:sym typeface="+mn-ea"/>
              </a:rPr>
              <a:t>客户设备归属单一集群，且未来增量有限。</a:t>
            </a:r>
          </a:p>
          <a:p>
            <a:pPr algn="l" fontAlgn="auto">
              <a:lnSpc>
                <a:spcPct val="150000"/>
              </a:lnSpc>
              <a:buClrTx/>
              <a:buSzTx/>
              <a:buFontTx/>
            </a:pPr>
            <a:endParaRPr lang="en-US" altLang="zh-CN" sz="1300" b="1" dirty="0">
              <a:solidFill>
                <a:srgbClr val="C00000"/>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300" b="1" dirty="0">
                <a:solidFill>
                  <a:srgbClr val="C00000"/>
                </a:solidFill>
                <a:latin typeface="微软雅黑" panose="020B0503020204020204" charset="-122"/>
                <a:ea typeface="微软雅黑" panose="020B0503020204020204" charset="-122"/>
                <a:cs typeface="微软雅黑" panose="020B0503020204020204" charset="-122"/>
                <a:sym typeface="+mn-ea"/>
              </a:rPr>
              <a:t>优势：</a:t>
            </a:r>
          </a:p>
          <a:p>
            <a:pPr marL="285750" indent="-285750">
              <a:lnSpc>
                <a:spcPct val="150000"/>
              </a:lnSpc>
              <a:buFont typeface="Wingdings" panose="05000000000000000000" charset="0"/>
              <a:buChar char="Ø"/>
            </a:pPr>
            <a:r>
              <a:rPr lang="zh-CN" altLang="en-US" sz="1300" dirty="0">
                <a:latin typeface="微软雅黑" panose="020B0503020204020204" charset="-122"/>
                <a:ea typeface="微软雅黑" panose="020B0503020204020204" charset="-122"/>
                <a:cs typeface="微软雅黑" panose="020B0503020204020204" charset="-122"/>
                <a:sym typeface="+mn-ea"/>
              </a:rPr>
              <a:t>应用延用NB网关的SDK对接AEP分节点。只需修改北向调用域名，无需接口改造。</a:t>
            </a:r>
          </a:p>
          <a:p>
            <a:pPr algn="l" fontAlgn="auto">
              <a:lnSpc>
                <a:spcPct val="150000"/>
              </a:lnSpc>
              <a:buClrTx/>
              <a:buSzTx/>
              <a:buFontTx/>
            </a:pPr>
            <a:endParaRPr lang="en-US" altLang="zh-CN" sz="1300" b="1" dirty="0">
              <a:solidFill>
                <a:srgbClr val="C00000"/>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300" b="1" dirty="0">
                <a:solidFill>
                  <a:srgbClr val="C00000"/>
                </a:solidFill>
                <a:latin typeface="微软雅黑" panose="020B0503020204020204" charset="-122"/>
                <a:ea typeface="微软雅黑" panose="020B0503020204020204" charset="-122"/>
                <a:cs typeface="微软雅黑" panose="020B0503020204020204" charset="-122"/>
                <a:sym typeface="+mn-ea"/>
              </a:rPr>
              <a:t>客户侧改造方案：</a:t>
            </a:r>
            <a:endParaRPr lang="en-US" altLang="zh-CN" sz="1300" b="1" dirty="0">
              <a:solidFill>
                <a:srgbClr val="C00000"/>
              </a:solidFill>
              <a:latin typeface="微软雅黑" panose="020B0503020204020204" charset="-122"/>
              <a:ea typeface="微软雅黑" panose="020B0503020204020204" charset="-122"/>
              <a:cs typeface="微软雅黑" panose="020B0503020204020204" charset="-122"/>
              <a:sym typeface="+mn-ea"/>
            </a:endParaRPr>
          </a:p>
          <a:p>
            <a:pPr marL="285750" indent="-285750">
              <a:lnSpc>
                <a:spcPct val="150000"/>
              </a:lnSpc>
              <a:buFont typeface="Wingdings" panose="05000000000000000000" charset="0"/>
              <a:buChar char="Ø"/>
            </a:pPr>
            <a:r>
              <a:rPr lang="zh-CN" altLang="en-US" sz="1300" dirty="0">
                <a:latin typeface="微软雅黑" panose="020B0503020204020204" charset="-122"/>
                <a:ea typeface="微软雅黑" panose="020B0503020204020204" charset="-122"/>
                <a:sym typeface="+mn-ea"/>
              </a:rPr>
              <a:t>修改北向调用域名</a:t>
            </a:r>
            <a:endParaRPr lang="en-US" altLang="zh-CN" sz="1300" dirty="0">
              <a:latin typeface="微软雅黑" panose="020B0503020204020204" charset="-122"/>
              <a:ea typeface="微软雅黑" panose="020B0503020204020204" charset="-122"/>
              <a:sym typeface="+mn-ea"/>
            </a:endParaRPr>
          </a:p>
          <a:p>
            <a:pPr marL="285750" indent="-285750">
              <a:lnSpc>
                <a:spcPct val="150000"/>
              </a:lnSpc>
              <a:buFont typeface="Wingdings" panose="05000000000000000000" charset="0"/>
              <a:buChar char="Ø"/>
            </a:pPr>
            <a:endParaRPr lang="en-US" altLang="zh-CN" sz="1300" b="1" dirty="0">
              <a:solidFill>
                <a:srgbClr val="C00000"/>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300" b="1" dirty="0">
                <a:solidFill>
                  <a:srgbClr val="C00000"/>
                </a:solidFill>
                <a:latin typeface="微软雅黑" panose="020B0503020204020204" charset="-122"/>
                <a:ea typeface="微软雅黑" panose="020B0503020204020204" charset="-122"/>
                <a:sym typeface="+mn-ea"/>
              </a:rPr>
              <a:t>局限性：</a:t>
            </a:r>
          </a:p>
          <a:p>
            <a:pPr marL="285750" indent="-285750" algn="l" fontAlgn="auto">
              <a:lnSpc>
                <a:spcPct val="150000"/>
              </a:lnSpc>
              <a:buClrTx/>
              <a:buSzTx/>
              <a:buFont typeface="Wingdings" panose="05000000000000000000" charset="0"/>
              <a:buChar char="Ø"/>
            </a:pPr>
            <a:r>
              <a:rPr lang="zh-CN" altLang="en-US" sz="1300" dirty="0">
                <a:latin typeface="微软雅黑" panose="020B0503020204020204" charset="-122"/>
                <a:ea typeface="微软雅黑" panose="020B0503020204020204" charset="-122"/>
                <a:cs typeface="微软雅黑" panose="020B0503020204020204" charset="-122"/>
                <a:sym typeface="+mn-ea"/>
              </a:rPr>
              <a:t>如客户应用涉及设备跨集群管理，应用需维护设备归属集群信息，并调用不同集群接口地址。</a:t>
            </a:r>
          </a:p>
        </p:txBody>
      </p:sp>
      <p:sp>
        <p:nvSpPr>
          <p:cNvPr id="4" name="矩形 3">
            <a:extLst>
              <a:ext uri="{FF2B5EF4-FFF2-40B4-BE49-F238E27FC236}">
                <a16:creationId xmlns:a16="http://schemas.microsoft.com/office/drawing/2014/main" id="{9F48C2B7-C144-E59C-0FDC-D31204D0D648}"/>
              </a:ext>
            </a:extLst>
          </p:cNvPr>
          <p:cNvSpPr/>
          <p:nvPr/>
        </p:nvSpPr>
        <p:spPr>
          <a:xfrm>
            <a:off x="6855460" y="1173480"/>
            <a:ext cx="2430145" cy="407670"/>
          </a:xfrm>
          <a:prstGeom prst="rect">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b="1" dirty="0">
                <a:latin typeface="+mn-ea"/>
              </a:rPr>
              <a:t>客户应用系统改造</a:t>
            </a:r>
          </a:p>
        </p:txBody>
      </p:sp>
      <p:sp>
        <p:nvSpPr>
          <p:cNvPr id="5" name="矩形 4">
            <a:extLst>
              <a:ext uri="{FF2B5EF4-FFF2-40B4-BE49-F238E27FC236}">
                <a16:creationId xmlns:a16="http://schemas.microsoft.com/office/drawing/2014/main" id="{ADE65CC9-F656-E86A-AA41-5CBA44E746E2}"/>
              </a:ext>
            </a:extLst>
          </p:cNvPr>
          <p:cNvSpPr/>
          <p:nvPr/>
        </p:nvSpPr>
        <p:spPr>
          <a:xfrm>
            <a:off x="5539096" y="1809935"/>
            <a:ext cx="5180367" cy="1402080"/>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CN" sz="1400" b="1" dirty="0">
                <a:solidFill>
                  <a:srgbClr val="C00000"/>
                </a:solidFill>
              </a:rPr>
              <a:t>NB</a:t>
            </a:r>
            <a:r>
              <a:rPr kumimoji="1" lang="zh-CN" altLang="en-US" sz="1400" b="1" dirty="0">
                <a:solidFill>
                  <a:srgbClr val="C00000"/>
                </a:solidFill>
              </a:rPr>
              <a:t>设备</a:t>
            </a:r>
            <a:r>
              <a:rPr kumimoji="1" lang="zh-CN" altLang="en-US" sz="1400" b="1" dirty="0">
                <a:solidFill>
                  <a:srgbClr val="C00000"/>
                </a:solidFill>
                <a:sym typeface="+mn-ea"/>
              </a:rPr>
              <a:t>按照应用</a:t>
            </a:r>
            <a:r>
              <a:rPr kumimoji="1" lang="zh-CN" altLang="en-US" sz="1400" b="1" dirty="0">
                <a:solidFill>
                  <a:srgbClr val="C00000"/>
                </a:solidFill>
              </a:rPr>
              <a:t>迁移</a:t>
            </a:r>
          </a:p>
        </p:txBody>
      </p:sp>
      <p:sp>
        <p:nvSpPr>
          <p:cNvPr id="6" name="矩形 5">
            <a:extLst>
              <a:ext uri="{FF2B5EF4-FFF2-40B4-BE49-F238E27FC236}">
                <a16:creationId xmlns:a16="http://schemas.microsoft.com/office/drawing/2014/main" id="{9A282E01-A47D-F188-DCE1-B8BF5346E902}"/>
              </a:ext>
            </a:extLst>
          </p:cNvPr>
          <p:cNvSpPr/>
          <p:nvPr/>
        </p:nvSpPr>
        <p:spPr>
          <a:xfrm>
            <a:off x="5376033" y="4380800"/>
            <a:ext cx="1939925" cy="482600"/>
          </a:xfrm>
          <a:prstGeom prst="rect">
            <a:avLst/>
          </a:prstGeom>
          <a:solidFill>
            <a:srgbClr val="037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rPr>
              <a:t>NB-IoT</a:t>
            </a:r>
            <a:r>
              <a:rPr kumimoji="1" lang="zh-CN" altLang="en-US" sz="1400" dirty="0">
                <a:solidFill>
                  <a:schemeClr val="bg1"/>
                </a:solidFill>
              </a:rPr>
              <a:t>设备</a:t>
            </a:r>
          </a:p>
          <a:p>
            <a:pPr algn="ctr"/>
            <a:r>
              <a:rPr kumimoji="1" lang="zh-CN" altLang="en-US" sz="1400" dirty="0">
                <a:solidFill>
                  <a:schemeClr val="bg1"/>
                </a:solidFill>
              </a:rPr>
              <a:t>（签约</a:t>
            </a:r>
            <a:r>
              <a:rPr kumimoji="1" lang="en-US" altLang="zh-CN" sz="1400" dirty="0">
                <a:solidFill>
                  <a:schemeClr val="bg1"/>
                </a:solidFill>
              </a:rPr>
              <a:t>CC</a:t>
            </a:r>
            <a:r>
              <a:rPr kumimoji="1" lang="zh-CN" altLang="en-US" sz="1400" dirty="0">
                <a:solidFill>
                  <a:schemeClr val="bg1"/>
                </a:solidFill>
              </a:rPr>
              <a:t>值</a:t>
            </a:r>
            <a:r>
              <a:rPr kumimoji="1" lang="en-US" altLang="zh-CN" sz="1400" dirty="0">
                <a:solidFill>
                  <a:schemeClr val="bg1"/>
                </a:solidFill>
              </a:rPr>
              <a:t>1</a:t>
            </a:r>
            <a:r>
              <a:rPr kumimoji="1" lang="zh-CN" altLang="en-US" sz="1400" dirty="0">
                <a:solidFill>
                  <a:schemeClr val="bg1"/>
                </a:solidFill>
              </a:rPr>
              <a:t>）</a:t>
            </a:r>
          </a:p>
        </p:txBody>
      </p:sp>
      <p:cxnSp>
        <p:nvCxnSpPr>
          <p:cNvPr id="7" name="肘形连接符 24">
            <a:extLst>
              <a:ext uri="{FF2B5EF4-FFF2-40B4-BE49-F238E27FC236}">
                <a16:creationId xmlns:a16="http://schemas.microsoft.com/office/drawing/2014/main" id="{DCED3F84-747B-5004-4345-EDC6391CFCDD}"/>
              </a:ext>
            </a:extLst>
          </p:cNvPr>
          <p:cNvCxnSpPr>
            <a:stCxn id="12" idx="0"/>
            <a:endCxn id="4" idx="1"/>
          </p:cNvCxnSpPr>
          <p:nvPr/>
        </p:nvCxnSpPr>
        <p:spPr>
          <a:xfrm rot="16200000">
            <a:off x="6113463" y="1610043"/>
            <a:ext cx="974725" cy="509270"/>
          </a:xfrm>
          <a:prstGeom prst="bentConnector2">
            <a:avLst/>
          </a:prstGeom>
          <a:ln w="12700">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肘形连接符 26">
            <a:extLst>
              <a:ext uri="{FF2B5EF4-FFF2-40B4-BE49-F238E27FC236}">
                <a16:creationId xmlns:a16="http://schemas.microsoft.com/office/drawing/2014/main" id="{ECDB3136-DF8A-2FA5-2123-192AF1BAADBD}"/>
              </a:ext>
            </a:extLst>
          </p:cNvPr>
          <p:cNvCxnSpPr/>
          <p:nvPr/>
        </p:nvCxnSpPr>
        <p:spPr>
          <a:xfrm rot="10800000">
            <a:off x="9310142" y="1423285"/>
            <a:ext cx="735583" cy="548051"/>
          </a:xfrm>
          <a:prstGeom prst="bentConnector3">
            <a:avLst>
              <a:gd name="adj1" fmla="val 2300"/>
            </a:avLst>
          </a:prstGeom>
          <a:ln w="12700">
            <a:solidFill>
              <a:srgbClr val="C00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F707B50D-214B-9953-80B2-5A9BADEB16AB}"/>
              </a:ext>
            </a:extLst>
          </p:cNvPr>
          <p:cNvSpPr/>
          <p:nvPr/>
        </p:nvSpPr>
        <p:spPr>
          <a:xfrm>
            <a:off x="5869111" y="2576400"/>
            <a:ext cx="878840" cy="301625"/>
          </a:xfrm>
          <a:prstGeom prst="rect">
            <a:avLst/>
          </a:prstGeom>
          <a:solidFill>
            <a:srgbClr val="037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50" dirty="0"/>
              <a:t>迁移应用</a:t>
            </a:r>
          </a:p>
        </p:txBody>
      </p:sp>
      <p:sp>
        <p:nvSpPr>
          <p:cNvPr id="10" name="矩形 9">
            <a:extLst>
              <a:ext uri="{FF2B5EF4-FFF2-40B4-BE49-F238E27FC236}">
                <a16:creationId xmlns:a16="http://schemas.microsoft.com/office/drawing/2014/main" id="{6A80CF85-9DD7-FED0-1840-6049283A10C1}"/>
              </a:ext>
            </a:extLst>
          </p:cNvPr>
          <p:cNvSpPr/>
          <p:nvPr/>
        </p:nvSpPr>
        <p:spPr>
          <a:xfrm>
            <a:off x="9505756" y="2636725"/>
            <a:ext cx="915035" cy="241935"/>
          </a:xfrm>
          <a:prstGeom prst="rect">
            <a:avLst/>
          </a:prstGeom>
          <a:solidFill>
            <a:srgbClr val="E4A6A8"/>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1"/>
                </a:solidFill>
              </a:rPr>
              <a:t>迁移应用</a:t>
            </a:r>
          </a:p>
        </p:txBody>
      </p:sp>
      <p:cxnSp>
        <p:nvCxnSpPr>
          <p:cNvPr id="11" name="肘形连接符 29">
            <a:extLst>
              <a:ext uri="{FF2B5EF4-FFF2-40B4-BE49-F238E27FC236}">
                <a16:creationId xmlns:a16="http://schemas.microsoft.com/office/drawing/2014/main" id="{14DB586F-46C9-CDCC-196C-E5CB8C0BF51D}"/>
              </a:ext>
            </a:extLst>
          </p:cNvPr>
          <p:cNvCxnSpPr>
            <a:stCxn id="9" idx="3"/>
            <a:endCxn id="10" idx="1"/>
          </p:cNvCxnSpPr>
          <p:nvPr/>
        </p:nvCxnSpPr>
        <p:spPr>
          <a:xfrm>
            <a:off x="6748586" y="2727530"/>
            <a:ext cx="2757170" cy="29845"/>
          </a:xfrm>
          <a:prstGeom prst="bentConnector3">
            <a:avLst/>
          </a:prstGeom>
          <a:ln w="1270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5273DF85-ADB5-6F10-BB4F-8EE2A139640B}"/>
              </a:ext>
            </a:extLst>
          </p:cNvPr>
          <p:cNvSpPr/>
          <p:nvPr/>
        </p:nvSpPr>
        <p:spPr>
          <a:xfrm>
            <a:off x="5694486" y="2352245"/>
            <a:ext cx="1303020" cy="631190"/>
          </a:xfrm>
          <a:prstGeom prst="rect">
            <a:avLst/>
          </a:prstGeom>
          <a:noFill/>
          <a:ln>
            <a:solidFill>
              <a:schemeClr val="accent6">
                <a:lumMod val="5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CN" sz="1200" b="1" dirty="0">
                <a:solidFill>
                  <a:schemeClr val="tx1"/>
                </a:solidFill>
              </a:rPr>
              <a:t>NB</a:t>
            </a:r>
            <a:r>
              <a:rPr kumimoji="1" lang="zh-CN" altLang="en-US" sz="1200" b="1" dirty="0">
                <a:solidFill>
                  <a:schemeClr val="tx1"/>
                </a:solidFill>
              </a:rPr>
              <a:t>网关</a:t>
            </a:r>
          </a:p>
        </p:txBody>
      </p:sp>
      <p:sp>
        <p:nvSpPr>
          <p:cNvPr id="13" name="矩形 12">
            <a:extLst>
              <a:ext uri="{FF2B5EF4-FFF2-40B4-BE49-F238E27FC236}">
                <a16:creationId xmlns:a16="http://schemas.microsoft.com/office/drawing/2014/main" id="{7593B2FC-0D38-E71D-E8E3-D4464B34C2AC}"/>
              </a:ext>
            </a:extLst>
          </p:cNvPr>
          <p:cNvSpPr/>
          <p:nvPr/>
        </p:nvSpPr>
        <p:spPr>
          <a:xfrm>
            <a:off x="9128125" y="1970405"/>
            <a:ext cx="1424940" cy="1013460"/>
          </a:xfrm>
          <a:prstGeom prst="rect">
            <a:avLst/>
          </a:prstGeom>
          <a:noFill/>
          <a:ln>
            <a:solidFill>
              <a:schemeClr val="accent6">
                <a:lumMod val="5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CN" sz="1200" b="1" dirty="0">
                <a:solidFill>
                  <a:schemeClr val="tx1"/>
                </a:solidFill>
              </a:rPr>
              <a:t>AEP</a:t>
            </a:r>
            <a:r>
              <a:rPr kumimoji="1" lang="zh-CN" altLang="en-US" sz="1200" b="1" dirty="0">
                <a:solidFill>
                  <a:schemeClr val="tx1"/>
                </a:solidFill>
              </a:rPr>
              <a:t>承载节点</a:t>
            </a:r>
          </a:p>
        </p:txBody>
      </p:sp>
      <p:sp>
        <p:nvSpPr>
          <p:cNvPr id="14" name="椭圆 13">
            <a:extLst>
              <a:ext uri="{FF2B5EF4-FFF2-40B4-BE49-F238E27FC236}">
                <a16:creationId xmlns:a16="http://schemas.microsoft.com/office/drawing/2014/main" id="{A1F95833-DA49-F063-C147-FD506012E944}"/>
              </a:ext>
            </a:extLst>
          </p:cNvPr>
          <p:cNvSpPr/>
          <p:nvPr/>
        </p:nvSpPr>
        <p:spPr>
          <a:xfrm rot="5400000">
            <a:off x="5569363" y="3391402"/>
            <a:ext cx="1402080" cy="490855"/>
          </a:xfrm>
          <a:prstGeom prst="ellipse">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t>VPN1</a:t>
            </a:r>
          </a:p>
        </p:txBody>
      </p:sp>
      <p:sp>
        <p:nvSpPr>
          <p:cNvPr id="15" name="椭圆 14">
            <a:extLst>
              <a:ext uri="{FF2B5EF4-FFF2-40B4-BE49-F238E27FC236}">
                <a16:creationId xmlns:a16="http://schemas.microsoft.com/office/drawing/2014/main" id="{80F77101-4FB2-7C28-3D17-BFF1737AF289}"/>
              </a:ext>
            </a:extLst>
          </p:cNvPr>
          <p:cNvSpPr/>
          <p:nvPr/>
        </p:nvSpPr>
        <p:spPr>
          <a:xfrm rot="5400000">
            <a:off x="9141715" y="3393149"/>
            <a:ext cx="1405572" cy="490855"/>
          </a:xfrm>
          <a:prstGeom prst="ellipse">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solidFill>
                  <a:schemeClr val="tx1"/>
                </a:solidFill>
              </a:rPr>
              <a:t>VPN2</a:t>
            </a:r>
          </a:p>
        </p:txBody>
      </p:sp>
      <p:sp>
        <p:nvSpPr>
          <p:cNvPr id="16" name="矩形 15">
            <a:extLst>
              <a:ext uri="{FF2B5EF4-FFF2-40B4-BE49-F238E27FC236}">
                <a16:creationId xmlns:a16="http://schemas.microsoft.com/office/drawing/2014/main" id="{43FD8F83-6B98-7945-13F5-2EFE0D2325AC}"/>
              </a:ext>
            </a:extLst>
          </p:cNvPr>
          <p:cNvSpPr/>
          <p:nvPr/>
        </p:nvSpPr>
        <p:spPr>
          <a:xfrm>
            <a:off x="9026895" y="4380800"/>
            <a:ext cx="1684779" cy="482600"/>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NB-IoT</a:t>
            </a:r>
            <a:r>
              <a:rPr kumimoji="1" lang="zh-CN" altLang="en-US" sz="1400" dirty="0">
                <a:solidFill>
                  <a:schemeClr val="tx1"/>
                </a:solidFill>
              </a:rPr>
              <a:t>设备</a:t>
            </a:r>
          </a:p>
          <a:p>
            <a:pPr algn="ctr"/>
            <a:r>
              <a:rPr kumimoji="1" lang="zh-CN" altLang="en-US" sz="1400" dirty="0">
                <a:solidFill>
                  <a:schemeClr val="tx1"/>
                </a:solidFill>
              </a:rPr>
              <a:t>（签约</a:t>
            </a:r>
            <a:r>
              <a:rPr kumimoji="1" lang="en-US" altLang="zh-CN" sz="1400" dirty="0">
                <a:solidFill>
                  <a:schemeClr val="tx1"/>
                </a:solidFill>
              </a:rPr>
              <a:t>CC</a:t>
            </a:r>
            <a:r>
              <a:rPr kumimoji="1" lang="zh-CN" altLang="en-US" sz="1400" dirty="0">
                <a:solidFill>
                  <a:schemeClr val="tx1"/>
                </a:solidFill>
              </a:rPr>
              <a:t>值</a:t>
            </a:r>
            <a:r>
              <a:rPr kumimoji="1" lang="en-US" altLang="zh-CN" sz="1400" dirty="0">
                <a:solidFill>
                  <a:schemeClr val="tx1"/>
                </a:solidFill>
              </a:rPr>
              <a:t>2</a:t>
            </a:r>
            <a:r>
              <a:rPr kumimoji="1" lang="zh-CN" altLang="en-US" sz="1400" dirty="0">
                <a:solidFill>
                  <a:schemeClr val="tx1"/>
                </a:solidFill>
              </a:rPr>
              <a:t>）</a:t>
            </a:r>
          </a:p>
        </p:txBody>
      </p:sp>
      <p:sp>
        <p:nvSpPr>
          <p:cNvPr id="17" name="文本框 16">
            <a:extLst>
              <a:ext uri="{FF2B5EF4-FFF2-40B4-BE49-F238E27FC236}">
                <a16:creationId xmlns:a16="http://schemas.microsoft.com/office/drawing/2014/main" id="{ADF2946C-7652-71AA-94B2-D0AC1D1EA536}"/>
              </a:ext>
            </a:extLst>
          </p:cNvPr>
          <p:cNvSpPr txBox="1"/>
          <p:nvPr/>
        </p:nvSpPr>
        <p:spPr>
          <a:xfrm>
            <a:off x="9506020" y="1145094"/>
            <a:ext cx="1742546" cy="461665"/>
          </a:xfrm>
          <a:prstGeom prst="rect">
            <a:avLst/>
          </a:prstGeom>
          <a:noFill/>
        </p:spPr>
        <p:txBody>
          <a:bodyPr wrap="square" rtlCol="0">
            <a:spAutoFit/>
          </a:bodyPr>
          <a:lstStyle/>
          <a:p>
            <a:r>
              <a:rPr kumimoji="1" lang="zh-CN" altLang="en-US" sz="1200" b="1" dirty="0"/>
              <a:t>客户最小化改造，调用</a:t>
            </a:r>
            <a:r>
              <a:rPr kumimoji="1" lang="en-US" altLang="zh-CN" sz="1200" b="1" dirty="0"/>
              <a:t>AEP</a:t>
            </a:r>
            <a:r>
              <a:rPr kumimoji="1" lang="zh-CN" altLang="en-US" sz="1200" b="1" dirty="0"/>
              <a:t>兼容</a:t>
            </a:r>
            <a:r>
              <a:rPr kumimoji="1" lang="en-US" altLang="zh-CN" sz="1200" b="1" dirty="0"/>
              <a:t>NB</a:t>
            </a:r>
            <a:r>
              <a:rPr kumimoji="1" lang="zh-CN" altLang="en-US" sz="1200" b="1" dirty="0"/>
              <a:t>网关接口</a:t>
            </a:r>
          </a:p>
        </p:txBody>
      </p:sp>
      <p:sp>
        <p:nvSpPr>
          <p:cNvPr id="18" name="矩形 17">
            <a:extLst>
              <a:ext uri="{FF2B5EF4-FFF2-40B4-BE49-F238E27FC236}">
                <a16:creationId xmlns:a16="http://schemas.microsoft.com/office/drawing/2014/main" id="{0594D795-F574-07B8-44B1-F0B4CD7B3577}"/>
              </a:ext>
            </a:extLst>
          </p:cNvPr>
          <p:cNvSpPr/>
          <p:nvPr>
            <p:custDataLst>
              <p:tags r:id="rId1"/>
            </p:custDataLst>
          </p:nvPr>
        </p:nvSpPr>
        <p:spPr>
          <a:xfrm>
            <a:off x="9171305" y="2195195"/>
            <a:ext cx="1363345" cy="389890"/>
          </a:xfrm>
          <a:prstGeom prst="rect">
            <a:avLst/>
          </a:prstGeom>
          <a:solidFill>
            <a:srgbClr val="002060"/>
          </a:solidFill>
          <a:ln w="19050" cap="rnd" cmpd="sng" algn="ctr">
            <a:noFill/>
            <a:prstDash val="solid"/>
          </a:ln>
          <a:effectLst/>
        </p:spPr>
        <p:txBody>
          <a:bodyPr rtlCol="0" anchor="ctr"/>
          <a:lstStyle/>
          <a:p>
            <a:pPr algn="ctr" fontAlgn="base">
              <a:spcBef>
                <a:spcPct val="0"/>
              </a:spcBef>
              <a:spcAft>
                <a:spcPct val="0"/>
              </a:spcAft>
              <a:defRPr/>
            </a:pPr>
            <a:r>
              <a:rPr lang="en-US" altLang="zh-CN" sz="1200" b="1" kern="0" dirty="0">
                <a:solidFill>
                  <a:prstClr val="white"/>
                </a:solidFill>
                <a:latin typeface="微软雅黑" panose="020B0503020204020204" charset="-122"/>
                <a:ea typeface="微软雅黑" panose="020B0503020204020204" charset="-122"/>
                <a:cs typeface="+mn-ea"/>
                <a:sym typeface="+mn-ea"/>
              </a:rPr>
              <a:t>AEP</a:t>
            </a:r>
            <a:r>
              <a:rPr lang="zh-CN" altLang="en-US" sz="1200" b="1" kern="0" dirty="0">
                <a:solidFill>
                  <a:prstClr val="white"/>
                </a:solidFill>
                <a:latin typeface="微软雅黑" panose="020B0503020204020204" charset="-122"/>
                <a:ea typeface="微软雅黑" panose="020B0503020204020204" charset="-122"/>
                <a:cs typeface="+mn-ea"/>
                <a:sym typeface="+mn-ea"/>
              </a:rPr>
              <a:t>接口与功能适配</a:t>
            </a:r>
          </a:p>
        </p:txBody>
      </p:sp>
      <p:sp>
        <p:nvSpPr>
          <p:cNvPr id="19" name="文本框 18">
            <a:extLst>
              <a:ext uri="{FF2B5EF4-FFF2-40B4-BE49-F238E27FC236}">
                <a16:creationId xmlns:a16="http://schemas.microsoft.com/office/drawing/2014/main" id="{66E4FF64-F7EF-57B5-CB0E-944505F53646}"/>
              </a:ext>
            </a:extLst>
          </p:cNvPr>
          <p:cNvSpPr txBox="1"/>
          <p:nvPr/>
        </p:nvSpPr>
        <p:spPr>
          <a:xfrm>
            <a:off x="5856495" y="5229313"/>
            <a:ext cx="4855179" cy="583565"/>
          </a:xfrm>
          <a:prstGeom prst="rect">
            <a:avLst/>
          </a:prstGeom>
          <a:noFill/>
        </p:spPr>
        <p:txBody>
          <a:bodyPr wrap="square">
            <a:spAutoFit/>
          </a:bodyPr>
          <a:lstStyle/>
          <a:p>
            <a:pPr marL="285750" indent="-285750">
              <a:buFont typeface="Wingdings" panose="05000000000000000000" pitchFamily="2" charset="2"/>
              <a:buChar char="l"/>
            </a:pPr>
            <a:r>
              <a:rPr lang="zh-CN" altLang="en-US" sz="1600" b="1" dirty="0">
                <a:solidFill>
                  <a:srgbClr val="C00000"/>
                </a:solidFill>
              </a:rPr>
              <a:t>客户按照应用整体迁移，调用</a:t>
            </a:r>
            <a:r>
              <a:rPr lang="en-US" altLang="zh-CN" sz="1600" b="1" dirty="0">
                <a:solidFill>
                  <a:srgbClr val="C00000"/>
                </a:solidFill>
              </a:rPr>
              <a:t>AEP</a:t>
            </a:r>
            <a:r>
              <a:rPr lang="zh-CN" altLang="en-US" sz="1600" b="1" dirty="0">
                <a:solidFill>
                  <a:srgbClr val="C00000"/>
                </a:solidFill>
              </a:rPr>
              <a:t>适配接口，只修改迁移应用调用的北向域名地址</a:t>
            </a:r>
          </a:p>
        </p:txBody>
      </p:sp>
      <p:sp>
        <p:nvSpPr>
          <p:cNvPr id="20" name="文本框 19">
            <a:extLst>
              <a:ext uri="{FF2B5EF4-FFF2-40B4-BE49-F238E27FC236}">
                <a16:creationId xmlns:a16="http://schemas.microsoft.com/office/drawing/2014/main" id="{86282FBB-857A-022F-5E20-45F54C5EB251}"/>
              </a:ext>
            </a:extLst>
          </p:cNvPr>
          <p:cNvSpPr txBox="1"/>
          <p:nvPr/>
        </p:nvSpPr>
        <p:spPr>
          <a:xfrm>
            <a:off x="7120109" y="2473531"/>
            <a:ext cx="2159000" cy="461665"/>
          </a:xfrm>
          <a:prstGeom prst="rect">
            <a:avLst/>
          </a:prstGeom>
          <a:noFill/>
        </p:spPr>
        <p:txBody>
          <a:bodyPr wrap="square" rtlCol="0">
            <a:spAutoFit/>
          </a:bodyPr>
          <a:lstStyle/>
          <a:p>
            <a:r>
              <a:rPr kumimoji="1" lang="zh-CN" altLang="en-US" sz="1200" dirty="0"/>
              <a:t>客户按应用梳理完整的设备及卡号信息</a:t>
            </a:r>
          </a:p>
        </p:txBody>
      </p:sp>
    </p:spTree>
    <p:extLst>
      <p:ext uri="{BB962C8B-B14F-4D97-AF65-F5344CB8AC3E}">
        <p14:creationId xmlns:p14="http://schemas.microsoft.com/office/powerpoint/2010/main" val="322042868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迁移流程图</a:t>
            </a:r>
            <a:endParaRPr lang="zh-CN" altLang="en-US" sz="2400" b="1" dirty="0">
              <a:solidFill>
                <a:srgbClr val="C00000"/>
              </a:solidFill>
              <a:latin typeface="微软雅黑" panose="020B0503020204020204" charset="-122"/>
              <a:ea typeface="微软雅黑" panose="020B0503020204020204" charset="-122"/>
            </a:endParaRPr>
          </a:p>
        </p:txBody>
      </p:sp>
      <p:pic>
        <p:nvPicPr>
          <p:cNvPr id="33" name="图片 32">
            <a:extLst>
              <a:ext uri="{FF2B5EF4-FFF2-40B4-BE49-F238E27FC236}">
                <a16:creationId xmlns:a16="http://schemas.microsoft.com/office/drawing/2014/main" id="{E851E2E0-154B-611D-A7A2-ABAD2AFA9E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3195" y="1064752"/>
            <a:ext cx="6747433" cy="5487838"/>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待迁移设备卡信息梳理</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电信提供，客户核对</a:t>
            </a:r>
            <a:endParaRPr lang="zh-CN" altLang="en-US" sz="2400" b="1" dirty="0">
              <a:solidFill>
                <a:srgbClr val="C00000"/>
              </a:solidFill>
              <a:latin typeface="微软雅黑" panose="020B0503020204020204" charset="-122"/>
              <a:ea typeface="微软雅黑" panose="020B0503020204020204" charset="-122"/>
            </a:endParaRPr>
          </a:p>
        </p:txBody>
      </p:sp>
      <p:sp>
        <p:nvSpPr>
          <p:cNvPr id="3" name="文本框 2"/>
          <p:cNvSpPr txBox="1"/>
          <p:nvPr/>
        </p:nvSpPr>
        <p:spPr>
          <a:xfrm>
            <a:off x="369570" y="1054083"/>
            <a:ext cx="4339650" cy="369332"/>
          </a:xfrm>
          <a:prstGeom prst="rect">
            <a:avLst/>
          </a:prstGeom>
          <a:ln w="12700">
            <a:prstDash val="solid"/>
          </a:ln>
        </p:spPr>
        <p:txBody>
          <a:bodyPr wrap="none">
            <a:spAutoFit/>
          </a:bodyPr>
          <a:lstStyle/>
          <a:p>
            <a:r>
              <a:rPr lang="zh-CN" dirty="0">
                <a:latin typeface="微软雅黑" panose="020B0503020204020204" charset="-122"/>
                <a:ea typeface="微软雅黑" panose="020B0503020204020204" charset="-122"/>
              </a:rPr>
              <a:t>工作目标：完成待迁移设备号卡信息梳理</a:t>
            </a:r>
            <a:endParaRPr dirty="0">
              <a:latin typeface="微软雅黑" panose="020B0503020204020204" charset="-122"/>
              <a:ea typeface="微软雅黑" panose="020B0503020204020204" charset="-122"/>
            </a:endParaRPr>
          </a:p>
        </p:txBody>
      </p:sp>
      <p:graphicFrame>
        <p:nvGraphicFramePr>
          <p:cNvPr id="4" name="表格 3"/>
          <p:cNvGraphicFramePr/>
          <p:nvPr>
            <p:extLst>
              <p:ext uri="{D42A27DB-BD31-4B8C-83A1-F6EECF244321}">
                <p14:modId xmlns:p14="http://schemas.microsoft.com/office/powerpoint/2010/main" val="2045433567"/>
              </p:ext>
            </p:extLst>
          </p:nvPr>
        </p:nvGraphicFramePr>
        <p:xfrm>
          <a:off x="369570" y="1571679"/>
          <a:ext cx="11007831" cy="1454150"/>
        </p:xfrm>
        <a:graphic>
          <a:graphicData uri="http://schemas.openxmlformats.org/drawingml/2006/table">
            <a:tbl>
              <a:tblPr firstRow="1" bandRow="1">
                <a:tableStyleId>{5C22544A-7EE6-4342-B048-85BDC9FD1C3A}</a:tableStyleId>
              </a:tblPr>
              <a:tblGrid>
                <a:gridCol w="730947">
                  <a:extLst>
                    <a:ext uri="{9D8B030D-6E8A-4147-A177-3AD203B41FA5}">
                      <a16:colId xmlns:a16="http://schemas.microsoft.com/office/drawing/2014/main" val="20000"/>
                    </a:ext>
                  </a:extLst>
                </a:gridCol>
                <a:gridCol w="3511943">
                  <a:extLst>
                    <a:ext uri="{9D8B030D-6E8A-4147-A177-3AD203B41FA5}">
                      <a16:colId xmlns:a16="http://schemas.microsoft.com/office/drawing/2014/main" val="20001"/>
                    </a:ext>
                  </a:extLst>
                </a:gridCol>
                <a:gridCol w="1634591">
                  <a:extLst>
                    <a:ext uri="{9D8B030D-6E8A-4147-A177-3AD203B41FA5}">
                      <a16:colId xmlns:a16="http://schemas.microsoft.com/office/drawing/2014/main" val="20002"/>
                    </a:ext>
                  </a:extLst>
                </a:gridCol>
                <a:gridCol w="5130350">
                  <a:extLst>
                    <a:ext uri="{9D8B030D-6E8A-4147-A177-3AD203B41FA5}">
                      <a16:colId xmlns:a16="http://schemas.microsoft.com/office/drawing/2014/main" val="20003"/>
                    </a:ext>
                  </a:extLst>
                </a:gridCol>
              </a:tblGrid>
              <a:tr h="469900">
                <a:tc>
                  <a:txBody>
                    <a:bodyPr/>
                    <a:lstStyle/>
                    <a:p>
                      <a:pPr algn="ctr"/>
                      <a:r>
                        <a:rPr lang="zh-CN" dirty="0"/>
                        <a:t>序号</a:t>
                      </a:r>
                      <a:endParaRPr dirty="0"/>
                    </a:p>
                  </a:txBody>
                  <a:tcPr anchor="ctr"/>
                </a:tc>
                <a:tc>
                  <a:txBody>
                    <a:bodyPr/>
                    <a:lstStyle/>
                    <a:p>
                      <a:pPr algn="ctr"/>
                      <a:r>
                        <a:rPr lang="zh-CN"/>
                        <a:t>工作项</a:t>
                      </a:r>
                    </a:p>
                  </a:txBody>
                  <a:tcPr anchor="ctr"/>
                </a:tc>
                <a:tc>
                  <a:txBody>
                    <a:bodyPr/>
                    <a:lstStyle/>
                    <a:p>
                      <a:pPr algn="ctr"/>
                      <a:r>
                        <a:rPr lang="zh-CN"/>
                        <a:t>责任方</a:t>
                      </a:r>
                    </a:p>
                  </a:txBody>
                  <a:tcPr anchor="ctr"/>
                </a:tc>
                <a:tc>
                  <a:txBody>
                    <a:bodyPr/>
                    <a:lstStyle/>
                    <a:p>
                      <a:pPr algn="ctr"/>
                      <a:r>
                        <a:rPr lang="zh-CN" altLang="en-US" dirty="0"/>
                        <a:t>备注</a:t>
                      </a:r>
                      <a:endParaRPr dirty="0"/>
                    </a:p>
                  </a:txBody>
                  <a:tcPr anchor="ctr"/>
                </a:tc>
                <a:extLst>
                  <a:ext uri="{0D108BD9-81ED-4DB2-BD59-A6C34878D82A}">
                    <a16:rowId xmlns:a16="http://schemas.microsoft.com/office/drawing/2014/main" val="10000"/>
                  </a:ext>
                </a:extLst>
              </a:tr>
              <a:tr h="514350">
                <a:tc>
                  <a:txBody>
                    <a:bodyPr/>
                    <a:lstStyle/>
                    <a:p>
                      <a:pPr algn="ctr"/>
                      <a:r>
                        <a:rPr lang="en-US" sz="1600" dirty="0">
                          <a:latin typeface="微软雅黑" panose="020B0503020204020204" charset="-122"/>
                          <a:ea typeface="微软雅黑" panose="020B0503020204020204" charset="-122"/>
                        </a:rPr>
                        <a:t>1</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设备</a:t>
                      </a:r>
                      <a:r>
                        <a:rPr lang="en-US" sz="1600" dirty="0">
                          <a:latin typeface="微软雅黑" panose="020B0503020204020204" charset="-122"/>
                          <a:ea typeface="微软雅黑" panose="020B0503020204020204" charset="-122"/>
                        </a:rPr>
                        <a:t>IMEI</a:t>
                      </a:r>
                      <a:r>
                        <a:rPr lang="zh-CN" altLang="en-US" sz="1600" dirty="0">
                          <a:latin typeface="微软雅黑" panose="020B0503020204020204" charset="-122"/>
                          <a:ea typeface="微软雅黑" panose="020B0503020204020204" charset="-122"/>
                        </a:rPr>
                        <a:t>或设备</a:t>
                      </a:r>
                      <a:r>
                        <a:rPr lang="en-US" altLang="zh-CN" sz="1600" dirty="0">
                          <a:latin typeface="微软雅黑" panose="020B0503020204020204" charset="-122"/>
                          <a:ea typeface="微软雅黑" panose="020B0503020204020204" charset="-122"/>
                        </a:rPr>
                        <a:t>ID</a:t>
                      </a:r>
                      <a:r>
                        <a:rPr lang="zh-CN" sz="1600" dirty="0">
                          <a:latin typeface="微软雅黑" panose="020B0503020204020204" charset="-122"/>
                          <a:ea typeface="微软雅黑" panose="020B0503020204020204" charset="-122"/>
                        </a:rPr>
                        <a:t>梳理</a:t>
                      </a:r>
                      <a:endParaRPr sz="1600" dirty="0">
                        <a:latin typeface="微软雅黑" panose="020B0503020204020204" charset="-122"/>
                        <a:ea typeface="微软雅黑" panose="020B0503020204020204" charset="-122"/>
                      </a:endParaRPr>
                    </a:p>
                  </a:txBody>
                  <a:tcPr anchor="ctr"/>
                </a:tc>
                <a:tc>
                  <a:txBody>
                    <a:bodyPr/>
                    <a:lstStyle/>
                    <a:p>
                      <a:pPr algn="ctr"/>
                      <a:r>
                        <a:rPr lang="zh-CN" altLang="en-US" sz="1600" dirty="0">
                          <a:latin typeface="微软雅黑" panose="020B0503020204020204" charset="-122"/>
                          <a:ea typeface="微软雅黑" panose="020B0503020204020204" charset="-122"/>
                        </a:rPr>
                        <a:t>天翼物联</a:t>
                      </a:r>
                      <a:endParaRPr sz="1600" dirty="0">
                        <a:latin typeface="微软雅黑" panose="020B0503020204020204" charset="-122"/>
                        <a:ea typeface="微软雅黑" panose="020B0503020204020204" charset="-122"/>
                      </a:endParaRPr>
                    </a:p>
                  </a:txBody>
                  <a:tcPr anchor="ctr"/>
                </a:tc>
                <a:tc>
                  <a:txBody>
                    <a:bodyPr/>
                    <a:lstStyle/>
                    <a:p>
                      <a:pPr algn="ctr"/>
                      <a:r>
                        <a:rPr lang="zh-CN" altLang="en-US" sz="1600" dirty="0">
                          <a:latin typeface="微软雅黑" panose="020B0503020204020204" charset="-122"/>
                          <a:ea typeface="微软雅黑" panose="020B0503020204020204" charset="-122"/>
                        </a:rPr>
                        <a:t>从</a:t>
                      </a:r>
                      <a:r>
                        <a:rPr lang="en-US" altLang="zh-CN" sz="1600" dirty="0">
                          <a:latin typeface="微软雅黑" panose="020B0503020204020204" charset="-122"/>
                          <a:ea typeface="微软雅黑" panose="020B0503020204020204" charset="-122"/>
                        </a:rPr>
                        <a:t>NB</a:t>
                      </a:r>
                      <a:r>
                        <a:rPr lang="zh-CN" altLang="en-US" sz="1600" dirty="0">
                          <a:latin typeface="微软雅黑" panose="020B0503020204020204" charset="-122"/>
                          <a:ea typeface="微软雅黑" panose="020B0503020204020204" charset="-122"/>
                        </a:rPr>
                        <a:t>网关平台导出需迁移设备信息表</a:t>
                      </a:r>
                      <a:endParaRPr lang="zh-CN"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1"/>
                  </a:ext>
                </a:extLst>
              </a:tr>
              <a:tr h="469900">
                <a:tc>
                  <a:txBody>
                    <a:bodyPr/>
                    <a:lstStyle/>
                    <a:p>
                      <a:pPr algn="ctr"/>
                      <a:r>
                        <a:rPr lang="en-US" sz="1600">
                          <a:latin typeface="微软雅黑" panose="020B0503020204020204" charset="-122"/>
                          <a:ea typeface="微软雅黑" panose="020B0503020204020204" charset="-122"/>
                        </a:rPr>
                        <a:t>2</a:t>
                      </a:r>
                      <a:endParaRPr sz="160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卡号信息查询</a:t>
                      </a:r>
                      <a:endParaRPr sz="1600" dirty="0">
                        <a:latin typeface="微软雅黑" panose="020B0503020204020204" charset="-122"/>
                        <a:ea typeface="微软雅黑" panose="020B0503020204020204" charset="-122"/>
                      </a:endParaRPr>
                    </a:p>
                  </a:txBody>
                  <a:tcPr anchor="ctr"/>
                </a:tc>
                <a:tc>
                  <a:txBody>
                    <a:bodyPr/>
                    <a:lstStyle/>
                    <a:p>
                      <a:pPr algn="ctr"/>
                      <a:r>
                        <a:rPr lang="zh-CN" sz="1600" dirty="0">
                          <a:latin typeface="微软雅黑" panose="020B0503020204020204" charset="-122"/>
                          <a:ea typeface="微软雅黑" panose="020B0503020204020204" charset="-122"/>
                        </a:rPr>
                        <a:t>天翼物联</a:t>
                      </a:r>
                      <a:endParaRPr sz="1600" dirty="0">
                        <a:latin typeface="微软雅黑" panose="020B0503020204020204" charset="-122"/>
                        <a:ea typeface="微软雅黑" panose="020B0503020204020204" charset="-122"/>
                      </a:endParaRPr>
                    </a:p>
                  </a:txBody>
                  <a:tcPr anchor="ctr"/>
                </a:tc>
                <a:tc>
                  <a:txBody>
                    <a:bodyPr/>
                    <a:lstStyle/>
                    <a:p>
                      <a:pPr algn="ctr"/>
                      <a:r>
                        <a:rPr lang="zh-CN" altLang="en-US" sz="1600" dirty="0">
                          <a:latin typeface="微软雅黑" panose="020B0503020204020204" charset="-122"/>
                          <a:ea typeface="微软雅黑" panose="020B0503020204020204" charset="-122"/>
                        </a:rPr>
                        <a:t>通过大数据平台对客户提供的</a:t>
                      </a:r>
                      <a:r>
                        <a:rPr lang="en-US" altLang="zh-CN" sz="1600" dirty="0">
                          <a:latin typeface="微软雅黑" panose="020B0503020204020204" charset="-122"/>
                          <a:ea typeface="微软雅黑" panose="020B0503020204020204" charset="-122"/>
                        </a:rPr>
                        <a:t>IMEI</a:t>
                      </a:r>
                      <a:r>
                        <a:rPr lang="zh-CN" altLang="en-US" sz="1600" dirty="0">
                          <a:latin typeface="微软雅黑" panose="020B0503020204020204" charset="-122"/>
                          <a:ea typeface="微软雅黑" panose="020B0503020204020204" charset="-122"/>
                        </a:rPr>
                        <a:t>查询对应开卡信息</a:t>
                      </a:r>
                      <a:endParaRPr lang="en-US"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2"/>
                  </a:ext>
                </a:extLst>
              </a:tr>
            </a:tbl>
          </a:graphicData>
        </a:graphic>
      </p:graphicFrame>
      <p:sp>
        <p:nvSpPr>
          <p:cNvPr id="6" name="矩形 5"/>
          <p:cNvSpPr/>
          <p:nvPr/>
        </p:nvSpPr>
        <p:spPr>
          <a:xfrm>
            <a:off x="4735513" y="3817207"/>
            <a:ext cx="2720975" cy="368300"/>
          </a:xfrm>
          <a:prstGeom prst="rect">
            <a:avLst/>
          </a:prstGeom>
        </p:spPr>
        <p:txBody>
          <a:bodyPr wrap="none">
            <a:spAutoFit/>
          </a:bodyPr>
          <a:lstStyle/>
          <a:p>
            <a:pPr algn="ctr" fontAlgn="b"/>
            <a:r>
              <a:rPr lang="zh-CN" altLang="en-US" b="1" dirty="0">
                <a:solidFill>
                  <a:srgbClr val="000000"/>
                </a:solidFill>
                <a:latin typeface="微软雅黑" panose="020B0503020204020204" charset="-122"/>
                <a:ea typeface="微软雅黑" panose="020B0503020204020204" charset="-122"/>
              </a:rPr>
              <a:t>表</a:t>
            </a:r>
            <a:r>
              <a:rPr lang="en-US" altLang="zh-CN" b="1" dirty="0">
                <a:solidFill>
                  <a:srgbClr val="000000"/>
                </a:solidFill>
                <a:latin typeface="微软雅黑" panose="020B0503020204020204" charset="-122"/>
                <a:ea typeface="微软雅黑" panose="020B0503020204020204" charset="-122"/>
              </a:rPr>
              <a:t>1</a:t>
            </a:r>
            <a:r>
              <a:rPr lang="zh-CN" altLang="en-US" b="1" dirty="0">
                <a:solidFill>
                  <a:srgbClr val="000000"/>
                </a:solidFill>
                <a:latin typeface="微软雅黑" panose="020B0503020204020204" charset="-122"/>
                <a:ea typeface="微软雅黑" panose="020B0503020204020204" charset="-122"/>
              </a:rPr>
              <a:t>：迁移设备信息表</a:t>
            </a:r>
            <a:r>
              <a:rPr lang="en-US" altLang="zh-CN" b="1" dirty="0">
                <a:solidFill>
                  <a:srgbClr val="000000"/>
                </a:solidFill>
                <a:latin typeface="微软雅黑" panose="020B0503020204020204" charset="-122"/>
                <a:ea typeface="微软雅黑" panose="020B0503020204020204" charset="-122"/>
              </a:rPr>
              <a:t>     </a:t>
            </a:r>
            <a:endParaRPr lang="zh-CN" altLang="en-US" b="1" dirty="0">
              <a:solidFill>
                <a:srgbClr val="000000"/>
              </a:solidFill>
              <a:latin typeface="微软雅黑" panose="020B0503020204020204" charset="-122"/>
              <a:ea typeface="微软雅黑" panose="020B0503020204020204" charset="-122"/>
            </a:endParaRPr>
          </a:p>
        </p:txBody>
      </p:sp>
      <p:graphicFrame>
        <p:nvGraphicFramePr>
          <p:cNvPr id="8" name="表格 7"/>
          <p:cNvGraphicFramePr/>
          <p:nvPr>
            <p:extLst>
              <p:ext uri="{D42A27DB-BD31-4B8C-83A1-F6EECF244321}">
                <p14:modId xmlns:p14="http://schemas.microsoft.com/office/powerpoint/2010/main" val="3347788422"/>
              </p:ext>
            </p:extLst>
          </p:nvPr>
        </p:nvGraphicFramePr>
        <p:xfrm>
          <a:off x="369570" y="4403123"/>
          <a:ext cx="11237142" cy="1381289"/>
        </p:xfrm>
        <a:graphic>
          <a:graphicData uri="http://schemas.openxmlformats.org/drawingml/2006/table">
            <a:tbl>
              <a:tblPr/>
              <a:tblGrid>
                <a:gridCol w="1064712">
                  <a:extLst>
                    <a:ext uri="{9D8B030D-6E8A-4147-A177-3AD203B41FA5}">
                      <a16:colId xmlns:a16="http://schemas.microsoft.com/office/drawing/2014/main" val="20000"/>
                    </a:ext>
                  </a:extLst>
                </a:gridCol>
                <a:gridCol w="1846609">
                  <a:extLst>
                    <a:ext uri="{9D8B030D-6E8A-4147-A177-3AD203B41FA5}">
                      <a16:colId xmlns:a16="http://schemas.microsoft.com/office/drawing/2014/main" val="20001"/>
                    </a:ext>
                  </a:extLst>
                </a:gridCol>
                <a:gridCol w="1522204">
                  <a:extLst>
                    <a:ext uri="{9D8B030D-6E8A-4147-A177-3AD203B41FA5}">
                      <a16:colId xmlns:a16="http://schemas.microsoft.com/office/drawing/2014/main" val="20002"/>
                    </a:ext>
                  </a:extLst>
                </a:gridCol>
                <a:gridCol w="1231073">
                  <a:extLst>
                    <a:ext uri="{9D8B030D-6E8A-4147-A177-3AD203B41FA5}">
                      <a16:colId xmlns:a16="http://schemas.microsoft.com/office/drawing/2014/main" val="3713528692"/>
                    </a:ext>
                  </a:extLst>
                </a:gridCol>
                <a:gridCol w="1231073">
                  <a:extLst>
                    <a:ext uri="{9D8B030D-6E8A-4147-A177-3AD203B41FA5}">
                      <a16:colId xmlns:a16="http://schemas.microsoft.com/office/drawing/2014/main" val="20003"/>
                    </a:ext>
                  </a:extLst>
                </a:gridCol>
                <a:gridCol w="1206118">
                  <a:extLst>
                    <a:ext uri="{9D8B030D-6E8A-4147-A177-3AD203B41FA5}">
                      <a16:colId xmlns:a16="http://schemas.microsoft.com/office/drawing/2014/main" val="20004"/>
                    </a:ext>
                  </a:extLst>
                </a:gridCol>
                <a:gridCol w="3135353">
                  <a:extLst>
                    <a:ext uri="{9D8B030D-6E8A-4147-A177-3AD203B41FA5}">
                      <a16:colId xmlns:a16="http://schemas.microsoft.com/office/drawing/2014/main" val="20005"/>
                    </a:ext>
                  </a:extLst>
                </a:gridCol>
              </a:tblGrid>
              <a:tr h="457835">
                <a:tc gridSpan="4">
                  <a:txBody>
                    <a:bodyPr/>
                    <a:lstStyle/>
                    <a:p>
                      <a:pPr indent="0" algn="ctr">
                        <a:buNone/>
                      </a:pPr>
                      <a:r>
                        <a:rPr lang="zh-CN" sz="1400" b="1" dirty="0">
                          <a:solidFill>
                            <a:srgbClr val="000000"/>
                          </a:solidFill>
                          <a:latin typeface="+mn-ea"/>
                        </a:rPr>
                        <a:t>设备信息</a:t>
                      </a:r>
                      <a:endParaRPr lang="zh-CN" altLang="en-US" sz="1400" b="1" dirty="0">
                        <a:solidFill>
                          <a:srgbClr val="000000"/>
                        </a:solidFill>
                        <a:latin typeface="+mn-ea"/>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pPr indent="0" algn="ctr">
                        <a:buNone/>
                      </a:pPr>
                      <a:endParaRPr lang="zh-CN" altLang="en-US" sz="1400" b="1" dirty="0">
                        <a:solidFill>
                          <a:srgbClr val="000000"/>
                        </a:solidFill>
                        <a:latin typeface="+mn-ea"/>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indent="0" algn="ctr">
                        <a:buNone/>
                      </a:pPr>
                      <a:r>
                        <a:rPr lang="zh-CN" sz="1400" b="1">
                          <a:solidFill>
                            <a:srgbClr val="000000"/>
                          </a:solidFill>
                          <a:latin typeface="+mn-ea"/>
                        </a:rPr>
                        <a:t>号卡信息</a:t>
                      </a:r>
                      <a:endParaRPr lang="zh-CN" altLang="en-US" sz="1400" b="1">
                        <a:solidFill>
                          <a:srgbClr val="000000"/>
                        </a:solidFill>
                        <a:latin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583565">
                <a:tc>
                  <a:txBody>
                    <a:bodyPr/>
                    <a:lstStyle/>
                    <a:p>
                      <a:pPr indent="0" algn="ctr">
                        <a:buNone/>
                      </a:pPr>
                      <a:r>
                        <a:rPr lang="en-US" sz="1100" b="1">
                          <a:solidFill>
                            <a:srgbClr val="000000"/>
                          </a:solidFill>
                          <a:latin typeface="+mn-ea"/>
                          <a:cs typeface="+mn-ea"/>
                        </a:rPr>
                        <a:t>IMEI</a:t>
                      </a:r>
                      <a:r>
                        <a:rPr lang="en-US" sz="1100" b="1">
                          <a:solidFill>
                            <a:srgbClr val="FF0000"/>
                          </a:solidFill>
                          <a:latin typeface="+mn-ea"/>
                          <a:cs typeface="+mn-ea"/>
                        </a:rPr>
                        <a:t>（必填）</a:t>
                      </a:r>
                      <a:endParaRPr lang="en-US" altLang="en-US" sz="1100" b="1">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100" b="1">
                          <a:solidFill>
                            <a:srgbClr val="000000"/>
                          </a:solidFill>
                          <a:latin typeface="+mn-ea"/>
                          <a:cs typeface="+mn-ea"/>
                        </a:rPr>
                        <a:t>NB网关设备ID（选填）</a:t>
                      </a:r>
                      <a:endParaRPr lang="zh-CN" altLang="en-US" sz="1100" b="1">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100" b="1" dirty="0">
                          <a:solidFill>
                            <a:srgbClr val="000000"/>
                          </a:solidFill>
                          <a:latin typeface="+mn-ea"/>
                          <a:cs typeface="+mn-ea"/>
                        </a:rPr>
                        <a:t>设备名称/表号</a:t>
                      </a:r>
                      <a:endParaRPr lang="zh-CN" altLang="en-US" sz="1100" b="1" dirty="0">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a:solidFill>
                            <a:srgbClr val="000000"/>
                          </a:solidFill>
                          <a:latin typeface="+mn-ea"/>
                          <a:cs typeface="+mn-ea"/>
                        </a:rPr>
                        <a:t>NB</a:t>
                      </a:r>
                      <a:r>
                        <a:rPr lang="zh-CN" altLang="en-US" sz="1100" b="1" dirty="0">
                          <a:solidFill>
                            <a:srgbClr val="000000"/>
                          </a:solidFill>
                          <a:latin typeface="+mn-ea"/>
                          <a:cs typeface="+mn-ea"/>
                        </a:rPr>
                        <a:t>网关设备</a:t>
                      </a:r>
                      <a:r>
                        <a:rPr lang="en-US" altLang="zh-CN" sz="1100" b="1" dirty="0" err="1">
                          <a:solidFill>
                            <a:srgbClr val="000000"/>
                          </a:solidFill>
                          <a:latin typeface="+mn-ea"/>
                          <a:cs typeface="+mn-ea"/>
                        </a:rPr>
                        <a:t>lastonlineTime</a:t>
                      </a:r>
                      <a:endParaRPr lang="en-US" altLang="en-US" sz="1100" b="1" dirty="0">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buNone/>
                      </a:pPr>
                      <a:r>
                        <a:rPr lang="en-US" sz="1100" b="1" dirty="0" err="1">
                          <a:solidFill>
                            <a:srgbClr val="000000"/>
                          </a:solidFill>
                          <a:latin typeface="+mn-ea"/>
                          <a:cs typeface="+mn-ea"/>
                        </a:rPr>
                        <a:t>MDN</a:t>
                      </a:r>
                      <a:endParaRPr lang="en-US" altLang="en-US" sz="1100" b="1" dirty="0">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100" b="1">
                          <a:solidFill>
                            <a:srgbClr val="000000"/>
                          </a:solidFill>
                          <a:latin typeface="+mn-ea"/>
                          <a:cs typeface="+mn-ea"/>
                        </a:rPr>
                        <a:t>ICCID</a:t>
                      </a:r>
                      <a:endParaRPr lang="zh-CN" altLang="en-US" sz="1100" b="1">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100" b="1" dirty="0">
                          <a:solidFill>
                            <a:srgbClr val="000000"/>
                          </a:solidFill>
                          <a:latin typeface="+mn-ea"/>
                          <a:cs typeface="+mn-ea"/>
                        </a:rPr>
                        <a:t>IMSI</a:t>
                      </a:r>
                      <a:endParaRPr lang="zh-CN" altLang="en-US" sz="1100" b="1" dirty="0">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9889">
                <a:tc>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1100" b="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1100" b="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a:spLocks noGrp="1"/>
          </p:cNvSpPr>
          <p:nvPr>
            <p:ph type="title"/>
          </p:nvPr>
        </p:nvSpPr>
        <p:spPr/>
        <p:txBody>
          <a:bodyPr anchor="ctr">
            <a:noAutofit/>
          </a:bodyPr>
          <a:lstStyle/>
          <a:p>
            <a:pPr>
              <a:buNone/>
            </a:pPr>
            <a:r>
              <a:rPr lang="zh-CN" altLang="en-US" sz="2400" dirty="0">
                <a:latin typeface="微软雅黑" panose="020B0503020204020204" charset="-122"/>
                <a:ea typeface="微软雅黑" panose="020B0503020204020204" charset="-122"/>
              </a:rPr>
              <a:t>分平台账号注册，应用、产品、设备创建</a:t>
            </a:r>
          </a:p>
        </p:txBody>
      </p:sp>
      <p:graphicFrame>
        <p:nvGraphicFramePr>
          <p:cNvPr id="21" name="表格 20"/>
          <p:cNvGraphicFramePr/>
          <p:nvPr>
            <p:extLst>
              <p:ext uri="{D42A27DB-BD31-4B8C-83A1-F6EECF244321}">
                <p14:modId xmlns:p14="http://schemas.microsoft.com/office/powerpoint/2010/main" val="532384019"/>
              </p:ext>
            </p:extLst>
          </p:nvPr>
        </p:nvGraphicFramePr>
        <p:xfrm>
          <a:off x="335359" y="1241940"/>
          <a:ext cx="11238326" cy="4692287"/>
        </p:xfrm>
        <a:graphic>
          <a:graphicData uri="http://schemas.openxmlformats.org/drawingml/2006/table">
            <a:tbl>
              <a:tblPr firstRow="1" bandRow="1">
                <a:tableStyleId>{5C22544A-7EE6-4342-B048-85BDC9FD1C3A}</a:tableStyleId>
              </a:tblPr>
              <a:tblGrid>
                <a:gridCol w="613723">
                  <a:extLst>
                    <a:ext uri="{9D8B030D-6E8A-4147-A177-3AD203B41FA5}">
                      <a16:colId xmlns:a16="http://schemas.microsoft.com/office/drawing/2014/main" val="20000"/>
                    </a:ext>
                  </a:extLst>
                </a:gridCol>
                <a:gridCol w="4083776">
                  <a:extLst>
                    <a:ext uri="{9D8B030D-6E8A-4147-A177-3AD203B41FA5}">
                      <a16:colId xmlns:a16="http://schemas.microsoft.com/office/drawing/2014/main" val="20001"/>
                    </a:ext>
                  </a:extLst>
                </a:gridCol>
                <a:gridCol w="1748332">
                  <a:extLst>
                    <a:ext uri="{9D8B030D-6E8A-4147-A177-3AD203B41FA5}">
                      <a16:colId xmlns:a16="http://schemas.microsoft.com/office/drawing/2014/main" val="20002"/>
                    </a:ext>
                  </a:extLst>
                </a:gridCol>
                <a:gridCol w="4792495">
                  <a:extLst>
                    <a:ext uri="{9D8B030D-6E8A-4147-A177-3AD203B41FA5}">
                      <a16:colId xmlns:a16="http://schemas.microsoft.com/office/drawing/2014/main" val="20003"/>
                    </a:ext>
                  </a:extLst>
                </a:gridCol>
              </a:tblGrid>
              <a:tr h="459247">
                <a:tc>
                  <a:txBody>
                    <a:bodyPr/>
                    <a:lstStyle/>
                    <a:p>
                      <a:pPr algn="ctr"/>
                      <a:r>
                        <a:rPr lang="zh-CN" sz="1600" dirty="0">
                          <a:latin typeface="微软雅黑" panose="020B0503020204020204" charset="-122"/>
                          <a:ea typeface="微软雅黑" panose="020B0503020204020204" charset="-122"/>
                        </a:rPr>
                        <a:t>序号</a:t>
                      </a:r>
                      <a:endParaRPr sz="1600" dirty="0">
                        <a:latin typeface="微软雅黑" panose="020B0503020204020204" charset="-122"/>
                        <a:ea typeface="微软雅黑" panose="020B0503020204020204" charset="-122"/>
                      </a:endParaRPr>
                    </a:p>
                  </a:txBody>
                  <a:tcPr anchor="ctr"/>
                </a:tc>
                <a:tc>
                  <a:txBody>
                    <a:bodyPr/>
                    <a:lstStyle/>
                    <a:p>
                      <a:pPr algn="ctr"/>
                      <a:r>
                        <a:rPr lang="zh-CN" sz="1600" dirty="0">
                          <a:latin typeface="微软雅黑" panose="020B0503020204020204" charset="-122"/>
                          <a:ea typeface="微软雅黑" panose="020B0503020204020204" charset="-122"/>
                        </a:rPr>
                        <a:t>工作项</a:t>
                      </a:r>
                      <a:endParaRPr sz="1600" dirty="0">
                        <a:latin typeface="微软雅黑" panose="020B0503020204020204" charset="-122"/>
                        <a:ea typeface="微软雅黑" panose="020B0503020204020204" charset="-122"/>
                      </a:endParaRPr>
                    </a:p>
                  </a:txBody>
                  <a:tcPr anchor="ctr"/>
                </a:tc>
                <a:tc>
                  <a:txBody>
                    <a:bodyPr/>
                    <a:lstStyle/>
                    <a:p>
                      <a:pPr algn="ctr"/>
                      <a:r>
                        <a:rPr lang="zh-CN" sz="1600" dirty="0">
                          <a:latin typeface="微软雅黑" panose="020B0503020204020204" charset="-122"/>
                          <a:ea typeface="微软雅黑" panose="020B0503020204020204" charset="-122"/>
                        </a:rPr>
                        <a:t>责任方</a:t>
                      </a:r>
                      <a:endParaRPr sz="1600" dirty="0">
                        <a:latin typeface="微软雅黑" panose="020B0503020204020204" charset="-122"/>
                        <a:ea typeface="微软雅黑" panose="020B0503020204020204" charset="-122"/>
                      </a:endParaRPr>
                    </a:p>
                  </a:txBody>
                  <a:tcPr anchor="ctr"/>
                </a:tc>
                <a:tc>
                  <a:txBody>
                    <a:bodyPr/>
                    <a:lstStyle/>
                    <a:p>
                      <a:pPr algn="ctr"/>
                      <a:r>
                        <a:rPr lang="zh-CN" altLang="en-US" sz="1600" dirty="0">
                          <a:latin typeface="微软雅黑" panose="020B0503020204020204" charset="-122"/>
                          <a:ea typeface="微软雅黑" panose="020B0503020204020204" charset="-122"/>
                        </a:rPr>
                        <a:t>备注</a:t>
                      </a:r>
                      <a:endParaRPr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0"/>
                  </a:ext>
                </a:extLst>
              </a:tr>
              <a:tr h="742090">
                <a:tc>
                  <a:txBody>
                    <a:bodyPr/>
                    <a:lstStyle/>
                    <a:p>
                      <a:pPr algn="ctr"/>
                      <a:r>
                        <a:rPr lang="en-US" sz="1400" dirty="0">
                          <a:latin typeface="微软雅黑" panose="020B0503020204020204" charset="-122"/>
                          <a:ea typeface="微软雅黑" panose="020B0503020204020204" charset="-122"/>
                        </a:rPr>
                        <a:t>1</a:t>
                      </a:r>
                      <a:endParaRPr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charset="-122"/>
                          <a:ea typeface="微软雅黑" panose="020B0503020204020204" charset="-122"/>
                        </a:rPr>
                        <a:t>客户</a:t>
                      </a:r>
                      <a:r>
                        <a:rPr lang="en-US" altLang="zh-CN" sz="1400" dirty="0">
                          <a:latin typeface="微软雅黑" panose="020B0503020204020204" charset="-122"/>
                          <a:ea typeface="微软雅黑" panose="020B0503020204020204" charset="-122"/>
                        </a:rPr>
                        <a:t>NB</a:t>
                      </a:r>
                      <a:r>
                        <a:rPr lang="zh-CN" altLang="en-US" sz="1400" dirty="0">
                          <a:latin typeface="微软雅黑" panose="020B0503020204020204" charset="-122"/>
                          <a:ea typeface="微软雅黑" panose="020B0503020204020204" charset="-122"/>
                        </a:rPr>
                        <a:t>网关数据导出</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charset="-122"/>
                          <a:ea typeface="微软雅黑" panose="020B0503020204020204" charset="-122"/>
                        </a:rPr>
                        <a:t>天翼物联</a:t>
                      </a:r>
                    </a:p>
                  </a:txBody>
                  <a:tcPr anchor="ctr"/>
                </a:tc>
                <a:tc>
                  <a:txBody>
                    <a:bodyPr/>
                    <a:lstStyle/>
                    <a:p>
                      <a:pPr algn="l"/>
                      <a:r>
                        <a:rPr lang="zh-CN" altLang="en-US" sz="1400" dirty="0">
                          <a:latin typeface="微软雅黑" panose="020B0503020204020204" charset="-122"/>
                          <a:ea typeface="微软雅黑" panose="020B0503020204020204" charset="-122"/>
                        </a:rPr>
                        <a:t>账号、应用、</a:t>
                      </a:r>
                      <a:r>
                        <a:rPr lang="en-US" altLang="zh-CN" sz="1400" dirty="0">
                          <a:latin typeface="微软雅黑" panose="020B0503020204020204" charset="-122"/>
                          <a:ea typeface="微软雅黑" panose="020B0503020204020204" charset="-122"/>
                        </a:rPr>
                        <a:t>profile</a:t>
                      </a:r>
                      <a:r>
                        <a:rPr lang="zh-CN" altLang="en-US" sz="1400" dirty="0">
                          <a:latin typeface="微软雅黑" panose="020B0503020204020204" charset="-122"/>
                          <a:ea typeface="微软雅黑" panose="020B0503020204020204" charset="-122"/>
                        </a:rPr>
                        <a:t>文件、编解码插件、设备清单、订阅信息</a:t>
                      </a:r>
                      <a:endParaRPr sz="14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829091425"/>
                  </a:ext>
                </a:extLst>
              </a:tr>
              <a:tr h="756312">
                <a:tc>
                  <a:txBody>
                    <a:bodyPr/>
                    <a:lstStyle/>
                    <a:p>
                      <a:pPr algn="ctr"/>
                      <a:r>
                        <a:rPr lang="en-US" sz="1400" dirty="0">
                          <a:latin typeface="微软雅黑" panose="020B0503020204020204" charset="-122"/>
                          <a:ea typeface="微软雅黑" panose="020B0503020204020204" charset="-122"/>
                        </a:rPr>
                        <a:t>2</a:t>
                      </a:r>
                      <a:endParaRPr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charset="-122"/>
                          <a:ea typeface="微软雅黑" panose="020B0503020204020204" charset="-122"/>
                        </a:rPr>
                        <a:t>复用</a:t>
                      </a:r>
                      <a:r>
                        <a:rPr lang="en-US" altLang="zh-CN" sz="1400" dirty="0" err="1">
                          <a:latin typeface="微软雅黑" panose="020B0503020204020204" charset="-122"/>
                          <a:ea typeface="微软雅黑" panose="020B0503020204020204" charset="-122"/>
                        </a:rPr>
                        <a:t>CTWing</a:t>
                      </a:r>
                      <a:r>
                        <a:rPr lang="zh-CN" altLang="en-US" sz="1400" dirty="0">
                          <a:latin typeface="微软雅黑" panose="020B0503020204020204" charset="-122"/>
                          <a:ea typeface="微软雅黑" panose="020B0503020204020204" charset="-122"/>
                        </a:rPr>
                        <a:t>账号，开通分平台权限</a:t>
                      </a:r>
                    </a:p>
                  </a:txBody>
                  <a:tcPr anchor="ctr"/>
                </a:tc>
                <a:tc>
                  <a:txBody>
                    <a:bodyPr/>
                    <a:lstStyle/>
                    <a:p>
                      <a:pPr algn="ctr"/>
                      <a:r>
                        <a:rPr lang="zh-CN" altLang="en-US" sz="1400" dirty="0">
                          <a:latin typeface="微软雅黑" panose="020B0503020204020204" charset="-122"/>
                          <a:ea typeface="微软雅黑" panose="020B0503020204020204" charset="-122"/>
                        </a:rPr>
                        <a:t>天翼物联</a:t>
                      </a:r>
                      <a:endParaRPr sz="1400" dirty="0">
                        <a:latin typeface="微软雅黑" panose="020B0503020204020204" charset="-122"/>
                        <a:ea typeface="微软雅黑" panose="020B0503020204020204" charset="-122"/>
                      </a:endParaRPr>
                    </a:p>
                  </a:txBody>
                  <a:tcPr anchor="ctr"/>
                </a:tc>
                <a:tc>
                  <a:txBody>
                    <a:bodyPr/>
                    <a:lstStyle/>
                    <a:p>
                      <a:pPr algn="l"/>
                      <a:r>
                        <a:rPr lang="zh-CN" altLang="en-US" sz="1400" dirty="0">
                          <a:latin typeface="微软雅黑" panose="020B0503020204020204" charset="-122"/>
                          <a:ea typeface="微软雅黑" panose="020B0503020204020204" charset="-122"/>
                        </a:rPr>
                        <a:t>确定迁移客户后，运营后台打开</a:t>
                      </a:r>
                      <a:endParaRPr sz="14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1"/>
                  </a:ext>
                </a:extLst>
              </a:tr>
              <a:tr h="423922">
                <a:tc>
                  <a:txBody>
                    <a:bodyPr/>
                    <a:lstStyle/>
                    <a:p>
                      <a:pPr algn="ctr"/>
                      <a:r>
                        <a:rPr lang="en-US" sz="1400" dirty="0">
                          <a:latin typeface="微软雅黑" panose="020B0503020204020204" charset="-122"/>
                          <a:ea typeface="微软雅黑" panose="020B0503020204020204" charset="-122"/>
                        </a:rPr>
                        <a:t>3</a:t>
                      </a:r>
                      <a:endParaRPr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charset="-122"/>
                          <a:ea typeface="微软雅黑" panose="020B0503020204020204" charset="-122"/>
                        </a:rPr>
                        <a:t>创建北向应用，绑定授权关系</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charset="-122"/>
                          <a:ea typeface="微软雅黑" panose="020B0503020204020204" charset="-122"/>
                        </a:rPr>
                        <a:t>天翼物联</a:t>
                      </a:r>
                    </a:p>
                  </a:txBody>
                  <a:tcPr anchor="ct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dirty="0">
                          <a:solidFill>
                            <a:srgbClr val="FF0000"/>
                          </a:solidFill>
                          <a:latin typeface="微软雅黑" panose="020B0503020204020204" charset="-122"/>
                          <a:ea typeface="微软雅黑" panose="020B0503020204020204" charset="-122"/>
                        </a:rPr>
                        <a:t>需要客户提供账号密码。天翼物联按照原</a:t>
                      </a:r>
                      <a:r>
                        <a:rPr lang="en-US" altLang="zh-CN" sz="1400" b="0" dirty="0">
                          <a:solidFill>
                            <a:srgbClr val="FF0000"/>
                          </a:solidFill>
                          <a:latin typeface="微软雅黑" panose="020B0503020204020204" charset="-122"/>
                          <a:ea typeface="微软雅黑" panose="020B0503020204020204" charset="-122"/>
                        </a:rPr>
                        <a:t>NB</a:t>
                      </a:r>
                      <a:r>
                        <a:rPr lang="zh-CN" altLang="en-US" sz="1400" b="0" dirty="0">
                          <a:solidFill>
                            <a:srgbClr val="FF0000"/>
                          </a:solidFill>
                          <a:latin typeface="微软雅黑" panose="020B0503020204020204" charset="-122"/>
                          <a:ea typeface="微软雅黑" panose="020B0503020204020204" charset="-122"/>
                        </a:rPr>
                        <a:t>网关平台应用、三元组、设备对应关系创建产品和添加设备</a:t>
                      </a:r>
                      <a:endParaRPr lang="zh-CN" altLang="en-US" sz="1400" b="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479686423"/>
                  </a:ext>
                </a:extLst>
              </a:tr>
              <a:tr h="578539">
                <a:tc rowSpan="2">
                  <a:txBody>
                    <a:bodyPr/>
                    <a:lstStyle/>
                    <a:p>
                      <a:pPr algn="ctr"/>
                      <a:r>
                        <a:rPr lang="en-US" sz="1400" dirty="0">
                          <a:latin typeface="微软雅黑" panose="020B0503020204020204" charset="-122"/>
                          <a:ea typeface="微软雅黑" panose="020B0503020204020204" charset="-122"/>
                        </a:rPr>
                        <a:t>4</a:t>
                      </a:r>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sz="1400" dirty="0">
                          <a:latin typeface="微软雅黑" panose="020B0503020204020204" charset="-122"/>
                          <a:ea typeface="微软雅黑" panose="020B0503020204020204" charset="-122"/>
                        </a:rPr>
                        <a:t>创建产品、</a:t>
                      </a:r>
                      <a:r>
                        <a:rPr lang="zh-CN" altLang="en-US" sz="1400" dirty="0">
                          <a:latin typeface="微软雅黑" panose="020B0503020204020204" charset="-122"/>
                          <a:ea typeface="微软雅黑" panose="020B0503020204020204" charset="-122"/>
                        </a:rPr>
                        <a:t>上传</a:t>
                      </a:r>
                      <a:r>
                        <a:rPr lang="en-US" altLang="zh-CN" sz="1400" dirty="0">
                          <a:latin typeface="微软雅黑" panose="020B0503020204020204" charset="-122"/>
                          <a:ea typeface="微软雅黑" panose="020B0503020204020204" charset="-122"/>
                        </a:rPr>
                        <a:t>profile</a:t>
                      </a:r>
                      <a:r>
                        <a:rPr lang="zh-CN" altLang="en-US" sz="1400" dirty="0">
                          <a:latin typeface="微软雅黑" panose="020B0503020204020204" charset="-122"/>
                          <a:ea typeface="微软雅黑" panose="020B0503020204020204" charset="-122"/>
                        </a:rPr>
                        <a:t>文件、编解码插件，添加订阅推送信息</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charset="-122"/>
                          <a:ea typeface="微软雅黑" panose="020B0503020204020204" charset="-122"/>
                        </a:rPr>
                        <a:t>天翼物联</a:t>
                      </a:r>
                    </a:p>
                  </a:txBody>
                  <a:tcPr anchor="ctr"/>
                </a:tc>
                <a:tc vMerge="1">
                  <a:txBody>
                    <a:bodyPr/>
                    <a:lstStyle/>
                    <a:p>
                      <a:endParaRPr/>
                    </a:p>
                  </a:txBody>
                  <a:tcPr anchor="ctr"/>
                </a:tc>
                <a:extLst>
                  <a:ext uri="{0D108BD9-81ED-4DB2-BD59-A6C34878D82A}">
                    <a16:rowId xmlns:a16="http://schemas.microsoft.com/office/drawing/2014/main" val="10004"/>
                  </a:ext>
                </a:extLst>
              </a:tr>
              <a:tr h="423922">
                <a:tc vMerge="1">
                  <a:txBody>
                    <a:bodyPr/>
                    <a:lstStyle/>
                    <a:p>
                      <a:endParaRPr dirty="0"/>
                    </a:p>
                  </a:txBody>
                  <a:tcPr anchor="ctr"/>
                </a:tc>
                <a:tc>
                  <a:txBody>
                    <a:bodyPr/>
                    <a:lstStyle/>
                    <a:p>
                      <a:pPr algn="l"/>
                      <a:r>
                        <a:rPr lang="zh-CN" altLang="en-US" sz="1400" dirty="0">
                          <a:latin typeface="微软雅黑" panose="020B0503020204020204" charset="-122"/>
                          <a:ea typeface="微软雅黑" panose="020B0503020204020204" charset="-122"/>
                        </a:rPr>
                        <a:t>添加设备</a:t>
                      </a:r>
                      <a:endParaRPr sz="1400" dirty="0">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charset="-122"/>
                          <a:ea typeface="微软雅黑" panose="020B0503020204020204" charset="-122"/>
                        </a:rPr>
                        <a:t>天翼物联</a:t>
                      </a:r>
                    </a:p>
                  </a:txBody>
                  <a:tcPr anchor="ctr"/>
                </a:tc>
                <a:tc vMerge="1">
                  <a:txBody>
                    <a:bodyPr/>
                    <a:lstStyle/>
                    <a:p>
                      <a:pPr algn="l"/>
                      <a:endParaRPr lang="zh-CN" sz="14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5"/>
                  </a:ext>
                </a:extLst>
              </a:tr>
              <a:tr h="460411">
                <a:tc rowSpan="3">
                  <a:txBody>
                    <a:bodyPr/>
                    <a:lstStyle/>
                    <a:p>
                      <a:pPr algn="ctr"/>
                      <a:r>
                        <a:rPr lang="en-US" altLang="zh-CN" dirty="0"/>
                        <a:t>5</a:t>
                      </a:r>
                      <a:endParaRPr lang="zh-CN" dirty="0"/>
                    </a:p>
                  </a:txBody>
                  <a:tcPr anchor="ctr"/>
                </a:tc>
                <a:tc>
                  <a:txBody>
                    <a:bodyPr/>
                    <a:lstStyle/>
                    <a:p>
                      <a:pPr algn="l"/>
                      <a:r>
                        <a:rPr lang="zh-CN" altLang="en-US" sz="1400" dirty="0">
                          <a:latin typeface="微软雅黑" panose="020B0503020204020204" charset="-122"/>
                          <a:ea typeface="微软雅黑" panose="020B0503020204020204" charset="-122"/>
                        </a:rPr>
                        <a:t>试迁移</a:t>
                      </a:r>
                      <a:r>
                        <a:rPr lang="zh-CN" sz="1400" dirty="0">
                          <a:latin typeface="微软雅黑" panose="020B0503020204020204" charset="-122"/>
                          <a:ea typeface="微软雅黑" panose="020B0503020204020204" charset="-122"/>
                        </a:rPr>
                        <a:t>设备提供（</a:t>
                      </a:r>
                      <a:r>
                        <a:rPr lang="en-US" sz="1400" dirty="0">
                          <a:latin typeface="微软雅黑" panose="020B0503020204020204" charset="-122"/>
                          <a:ea typeface="微软雅黑" panose="020B0503020204020204" charset="-122"/>
                        </a:rPr>
                        <a:t>IMEI</a:t>
                      </a:r>
                      <a:r>
                        <a:rPr lang="zh-CN" sz="1400" dirty="0">
                          <a:latin typeface="微软雅黑" panose="020B0503020204020204" charset="-122"/>
                          <a:ea typeface="微软雅黑" panose="020B0503020204020204" charset="-122"/>
                        </a:rPr>
                        <a:t>）</a:t>
                      </a:r>
                      <a:endParaRPr sz="1400" dirty="0">
                        <a:latin typeface="微软雅黑" panose="020B0503020204020204" charset="-122"/>
                        <a:ea typeface="微软雅黑" panose="020B0503020204020204" charset="-122"/>
                      </a:endParaRPr>
                    </a:p>
                  </a:txBody>
                  <a:tcPr anchor="ctr"/>
                </a:tc>
                <a:tc>
                  <a:txBody>
                    <a:bodyPr/>
                    <a:lstStyle/>
                    <a:p>
                      <a:pPr algn="ctr"/>
                      <a:r>
                        <a:rPr lang="zh-CN" sz="1400" dirty="0">
                          <a:solidFill>
                            <a:srgbClr val="FF0000"/>
                          </a:solidFill>
                          <a:latin typeface="微软雅黑" panose="020B0503020204020204" charset="-122"/>
                          <a:ea typeface="微软雅黑" panose="020B0503020204020204" charset="-122"/>
                        </a:rPr>
                        <a:t>客户</a:t>
                      </a:r>
                      <a:endParaRPr sz="1400" dirty="0">
                        <a:solidFill>
                          <a:srgbClr val="FF0000"/>
                        </a:solidFill>
                        <a:latin typeface="微软雅黑" panose="020B0503020204020204" charset="-122"/>
                        <a:ea typeface="微软雅黑" panose="020B0503020204020204" charset="-122"/>
                      </a:endParaRPr>
                    </a:p>
                  </a:txBody>
                  <a:tcPr anchor="ctr"/>
                </a:tc>
                <a:tc>
                  <a:txBody>
                    <a:bodyPr/>
                    <a:lstStyle/>
                    <a:p>
                      <a:pPr algn="l"/>
                      <a:endParaRPr lang="zh-CN" sz="14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10"/>
                  </a:ext>
                </a:extLst>
              </a:tr>
              <a:tr h="423922">
                <a:tc vMerge="1">
                  <a:txBody>
                    <a:bodyPr/>
                    <a:lstStyle/>
                    <a:p>
                      <a:endParaRPr lang="zh-CN"/>
                    </a:p>
                  </a:txBody>
                  <a:tcPr anchor="ctr"/>
                </a:tc>
                <a:tc>
                  <a:txBody>
                    <a:bodyPr/>
                    <a:lstStyle/>
                    <a:p>
                      <a:pPr algn="l"/>
                      <a:r>
                        <a:rPr lang="en-US" sz="1400" dirty="0">
                          <a:latin typeface="微软雅黑" panose="020B0503020204020204" charset="-122"/>
                          <a:ea typeface="微软雅黑" panose="020B0503020204020204" charset="-122"/>
                        </a:rPr>
                        <a:t>AEP</a:t>
                      </a:r>
                      <a:r>
                        <a:rPr lang="zh-CN" sz="1400" dirty="0">
                          <a:latin typeface="微软雅黑" panose="020B0503020204020204" charset="-122"/>
                          <a:ea typeface="微软雅黑" panose="020B0503020204020204" charset="-122"/>
                        </a:rPr>
                        <a:t>平台出口</a:t>
                      </a:r>
                      <a:r>
                        <a:rPr lang="en-US" sz="1400" dirty="0">
                          <a:latin typeface="微软雅黑" panose="020B0503020204020204" charset="-122"/>
                          <a:ea typeface="微软雅黑" panose="020B0503020204020204" charset="-122"/>
                        </a:rPr>
                        <a:t>IP</a:t>
                      </a:r>
                      <a:r>
                        <a:rPr lang="zh-CN" sz="1400" dirty="0">
                          <a:latin typeface="微软雅黑" panose="020B0503020204020204" charset="-122"/>
                          <a:ea typeface="微软雅黑" panose="020B0503020204020204" charset="-122"/>
                        </a:rPr>
                        <a:t>提供</a:t>
                      </a:r>
                      <a:r>
                        <a:rPr lang="zh-CN" altLang="en-US" sz="1400" dirty="0">
                          <a:latin typeface="微软雅黑" panose="020B0503020204020204" charset="-122"/>
                          <a:ea typeface="微软雅黑" panose="020B0503020204020204" charset="-122"/>
                        </a:rPr>
                        <a:t>（按需）</a:t>
                      </a:r>
                      <a:endParaRPr sz="1400" dirty="0">
                        <a:latin typeface="微软雅黑" panose="020B0503020204020204" charset="-122"/>
                        <a:ea typeface="微软雅黑" panose="020B0503020204020204" charset="-122"/>
                      </a:endParaRPr>
                    </a:p>
                  </a:txBody>
                  <a:tcPr anchor="ctr"/>
                </a:tc>
                <a:tc>
                  <a:txBody>
                    <a:bodyPr/>
                    <a:lstStyle/>
                    <a:p>
                      <a:pPr algn="ctr"/>
                      <a:r>
                        <a:rPr lang="zh-CN" sz="1400" dirty="0">
                          <a:latin typeface="微软雅黑" panose="020B0503020204020204" charset="-122"/>
                          <a:ea typeface="微软雅黑" panose="020B0503020204020204" charset="-122"/>
                        </a:rPr>
                        <a:t>天翼物联</a:t>
                      </a:r>
                      <a:endParaRPr sz="1400" dirty="0">
                        <a:latin typeface="微软雅黑" panose="020B0503020204020204" charset="-122"/>
                        <a:ea typeface="微软雅黑" panose="020B0503020204020204" charset="-122"/>
                      </a:endParaRPr>
                    </a:p>
                  </a:txBody>
                  <a:tcPr anchor="ctr"/>
                </a:tc>
                <a:tc>
                  <a:txBody>
                    <a:bodyPr/>
                    <a:lstStyle/>
                    <a:p>
                      <a:pPr algn="l"/>
                      <a:endParaRPr lang="zh-CN" sz="14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11"/>
                  </a:ext>
                </a:extLst>
              </a:tr>
              <a:tr h="423922">
                <a:tc vMerge="1">
                  <a:txBody>
                    <a:bodyPr/>
                    <a:lstStyle/>
                    <a:p>
                      <a:endParaRPr lang="zh-CN"/>
                    </a:p>
                  </a:txBody>
                  <a:tcPr anchor="ctr"/>
                </a:tc>
                <a:tc>
                  <a:txBody>
                    <a:bodyPr/>
                    <a:lstStyle/>
                    <a:p>
                      <a:pPr algn="l"/>
                      <a:r>
                        <a:rPr lang="zh-CN" sz="1400" dirty="0">
                          <a:latin typeface="微软雅黑" panose="020B0503020204020204" charset="-122"/>
                          <a:ea typeface="微软雅黑" panose="020B0503020204020204" charset="-122"/>
                        </a:rPr>
                        <a:t>客户侧白名单配置</a:t>
                      </a:r>
                      <a:r>
                        <a:rPr lang="zh-CN" altLang="en-US" sz="1400" dirty="0">
                          <a:latin typeface="微软雅黑" panose="020B0503020204020204" charset="-122"/>
                          <a:ea typeface="微软雅黑" panose="020B0503020204020204" charset="-122"/>
                        </a:rPr>
                        <a:t>（按需）</a:t>
                      </a:r>
                      <a:endParaRPr sz="1400" dirty="0">
                        <a:latin typeface="微软雅黑" panose="020B0503020204020204" charset="-122"/>
                        <a:ea typeface="微软雅黑" panose="020B0503020204020204" charset="-122"/>
                      </a:endParaRPr>
                    </a:p>
                  </a:txBody>
                  <a:tcPr anchor="ctr"/>
                </a:tc>
                <a:tc>
                  <a:txBody>
                    <a:bodyPr/>
                    <a:lstStyle/>
                    <a:p>
                      <a:pPr algn="ctr"/>
                      <a:r>
                        <a:rPr lang="zh-CN" sz="1400" dirty="0">
                          <a:solidFill>
                            <a:srgbClr val="FF0000"/>
                          </a:solidFill>
                          <a:latin typeface="微软雅黑" panose="020B0503020204020204" charset="-122"/>
                          <a:ea typeface="微软雅黑" panose="020B0503020204020204" charset="-122"/>
                        </a:rPr>
                        <a:t>客户</a:t>
                      </a:r>
                      <a:endParaRPr sz="1400" dirty="0">
                        <a:solidFill>
                          <a:srgbClr val="FF0000"/>
                        </a:solidFill>
                        <a:latin typeface="微软雅黑" panose="020B0503020204020204" charset="-122"/>
                        <a:ea typeface="微软雅黑" panose="020B0503020204020204" charset="-122"/>
                      </a:endParaRPr>
                    </a:p>
                  </a:txBody>
                  <a:tcPr anchor="ctr"/>
                </a:tc>
                <a:tc>
                  <a:txBody>
                    <a:bodyPr/>
                    <a:lstStyle/>
                    <a:p>
                      <a:pPr algn="l"/>
                      <a:endParaRPr lang="zh-CN" sz="14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12"/>
                  </a:ext>
                </a:extLst>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A3C2B-6980-C391-5AFD-9D16A7F65B36}"/>
            </a:ext>
          </a:extLst>
        </p:cNvPr>
        <p:cNvGrpSpPr/>
        <p:nvPr/>
      </p:nvGrpSpPr>
      <p:grpSpPr>
        <a:xfrm>
          <a:off x="0" y="0"/>
          <a:ext cx="0" cy="0"/>
          <a:chOff x="0" y="0"/>
          <a:chExt cx="0" cy="0"/>
        </a:xfrm>
      </p:grpSpPr>
      <p:sp>
        <p:nvSpPr>
          <p:cNvPr id="19" name="标题 1">
            <a:extLst>
              <a:ext uri="{FF2B5EF4-FFF2-40B4-BE49-F238E27FC236}">
                <a16:creationId xmlns:a16="http://schemas.microsoft.com/office/drawing/2014/main" id="{1C89487D-2CCB-6F5A-413A-D25404A5D093}"/>
              </a:ext>
            </a:extLst>
          </p:cNvPr>
          <p:cNvSpPr>
            <a:spLocks noGrp="1"/>
          </p:cNvSpPr>
          <p:nvPr>
            <p:ph type="title"/>
          </p:nvPr>
        </p:nvSpPr>
        <p:spPr/>
        <p:txBody>
          <a:bodyPr anchor="ctr">
            <a:noAutofit/>
          </a:bodyPr>
          <a:lstStyle/>
          <a:p>
            <a:pPr>
              <a:buNone/>
            </a:pPr>
            <a:r>
              <a:rPr lang="zh-CN" altLang="en-US" sz="2400" dirty="0">
                <a:latin typeface="微软雅黑" panose="020B0503020204020204" charset="-122"/>
                <a:ea typeface="微软雅黑" panose="020B0503020204020204" charset="-122"/>
              </a:rPr>
              <a:t>北向应用系统改造</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客户</a:t>
            </a:r>
          </a:p>
        </p:txBody>
      </p:sp>
      <p:graphicFrame>
        <p:nvGraphicFramePr>
          <p:cNvPr id="2" name="表格 1"/>
          <p:cNvGraphicFramePr/>
          <p:nvPr>
            <p:extLst>
              <p:ext uri="{D42A27DB-BD31-4B8C-83A1-F6EECF244321}">
                <p14:modId xmlns:p14="http://schemas.microsoft.com/office/powerpoint/2010/main" val="2651769523"/>
              </p:ext>
            </p:extLst>
          </p:nvPr>
        </p:nvGraphicFramePr>
        <p:xfrm>
          <a:off x="335359" y="1397240"/>
          <a:ext cx="9882698" cy="1919660"/>
        </p:xfrm>
        <a:graphic>
          <a:graphicData uri="http://schemas.openxmlformats.org/drawingml/2006/table">
            <a:tbl>
              <a:tblPr firstRow="1" bandRow="1">
                <a:tableStyleId>{5C22544A-7EE6-4342-B048-85BDC9FD1C3A}</a:tableStyleId>
              </a:tblPr>
              <a:tblGrid>
                <a:gridCol w="975562">
                  <a:extLst>
                    <a:ext uri="{9D8B030D-6E8A-4147-A177-3AD203B41FA5}">
                      <a16:colId xmlns:a16="http://schemas.microsoft.com/office/drawing/2014/main" val="20000"/>
                    </a:ext>
                  </a:extLst>
                </a:gridCol>
                <a:gridCol w="5513460">
                  <a:extLst>
                    <a:ext uri="{9D8B030D-6E8A-4147-A177-3AD203B41FA5}">
                      <a16:colId xmlns:a16="http://schemas.microsoft.com/office/drawing/2014/main" val="20001"/>
                    </a:ext>
                  </a:extLst>
                </a:gridCol>
                <a:gridCol w="3393676">
                  <a:extLst>
                    <a:ext uri="{9D8B030D-6E8A-4147-A177-3AD203B41FA5}">
                      <a16:colId xmlns:a16="http://schemas.microsoft.com/office/drawing/2014/main" val="20002"/>
                    </a:ext>
                  </a:extLst>
                </a:gridCol>
              </a:tblGrid>
              <a:tr h="313125">
                <a:tc>
                  <a:txBody>
                    <a:bodyPr/>
                    <a:lstStyle/>
                    <a:p>
                      <a:pPr algn="ctr"/>
                      <a:r>
                        <a:rPr lang="zh-CN" sz="1600" dirty="0">
                          <a:latin typeface="微软雅黑" panose="020B0503020204020204" charset="-122"/>
                          <a:ea typeface="微软雅黑" panose="020B0503020204020204" charset="-122"/>
                        </a:rPr>
                        <a:t>序号</a:t>
                      </a:r>
                      <a:endParaRPr sz="1600" dirty="0">
                        <a:latin typeface="微软雅黑" panose="020B0503020204020204" charset="-122"/>
                        <a:ea typeface="微软雅黑" panose="020B0503020204020204" charset="-122"/>
                      </a:endParaRPr>
                    </a:p>
                  </a:txBody>
                  <a:tcPr anchor="ctr"/>
                </a:tc>
                <a:tc>
                  <a:txBody>
                    <a:bodyPr/>
                    <a:lstStyle/>
                    <a:p>
                      <a:pPr algn="ctr"/>
                      <a:r>
                        <a:rPr lang="zh-CN" sz="1600" dirty="0">
                          <a:latin typeface="微软雅黑" panose="020B0503020204020204" charset="-122"/>
                          <a:ea typeface="微软雅黑" panose="020B0503020204020204" charset="-122"/>
                        </a:rPr>
                        <a:t>工作项</a:t>
                      </a:r>
                      <a:endParaRPr sz="1600" dirty="0">
                        <a:latin typeface="微软雅黑" panose="020B0503020204020204" charset="-122"/>
                        <a:ea typeface="微软雅黑" panose="020B0503020204020204" charset="-122"/>
                      </a:endParaRPr>
                    </a:p>
                  </a:txBody>
                  <a:tcPr anchor="ctr"/>
                </a:tc>
                <a:tc>
                  <a:txBody>
                    <a:bodyPr/>
                    <a:lstStyle/>
                    <a:p>
                      <a:pPr algn="ctr"/>
                      <a:r>
                        <a:rPr lang="zh-CN" sz="1600" dirty="0">
                          <a:latin typeface="微软雅黑" panose="020B0503020204020204" charset="-122"/>
                          <a:ea typeface="微软雅黑" panose="020B0503020204020204" charset="-122"/>
                        </a:rPr>
                        <a:t>工具</a:t>
                      </a:r>
                      <a:endParaRPr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0"/>
                  </a:ext>
                </a:extLst>
              </a:tr>
              <a:tr h="396095">
                <a:tc>
                  <a:txBody>
                    <a:bodyPr/>
                    <a:lstStyle/>
                    <a:p>
                      <a:pPr algn="ctr"/>
                      <a:r>
                        <a:rPr lang="en-US" sz="1400" dirty="0">
                          <a:latin typeface="微软雅黑" panose="020B0503020204020204" charset="-122"/>
                          <a:ea typeface="微软雅黑" panose="020B0503020204020204" charset="-122"/>
                        </a:rPr>
                        <a:t>1</a:t>
                      </a:r>
                      <a:endParaRPr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rgbClr val="000000">
                              <a:alpha val="100000"/>
                            </a:srgbClr>
                          </a:solidFill>
                          <a:latin typeface="微软雅黑" panose="020B0503020204020204" charset="-122"/>
                          <a:ea typeface="微软雅黑" panose="020B0503020204020204" charset="-122"/>
                          <a:cs typeface="+mn-cs"/>
                        </a:rPr>
                        <a:t>客户北向应用服务器修改 </a:t>
                      </a:r>
                      <a:r>
                        <a:rPr lang="en-US" altLang="zh-CN" sz="1400" dirty="0">
                          <a:solidFill>
                            <a:srgbClr val="000000">
                              <a:alpha val="100000"/>
                            </a:srgbClr>
                          </a:solidFill>
                          <a:latin typeface="微软雅黑" panose="020B0503020204020204" charset="-122"/>
                          <a:ea typeface="微软雅黑" panose="020B0503020204020204" charset="-122"/>
                          <a:cs typeface="+mn-cs"/>
                        </a:rPr>
                        <a:t>API</a:t>
                      </a:r>
                      <a:r>
                        <a:rPr lang="zh-CN" altLang="en-US" sz="1400" dirty="0">
                          <a:solidFill>
                            <a:srgbClr val="000000">
                              <a:alpha val="100000"/>
                            </a:srgbClr>
                          </a:solidFill>
                          <a:latin typeface="微软雅黑" panose="020B0503020204020204" charset="-122"/>
                          <a:ea typeface="微软雅黑" panose="020B0503020204020204" charset="-122"/>
                          <a:cs typeface="+mn-cs"/>
                        </a:rPr>
                        <a:t> 对接地址</a:t>
                      </a:r>
                      <a:endParaRPr lang="zh-CN" altLang="en-US"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4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1"/>
                  </a:ext>
                </a:extLst>
              </a:tr>
              <a:tr h="396095">
                <a:tc>
                  <a:txBody>
                    <a:bodyPr/>
                    <a:lstStyle/>
                    <a:p>
                      <a:pPr algn="ctr"/>
                      <a:r>
                        <a:rPr lang="en-US" sz="1400" dirty="0">
                          <a:latin typeface="微软雅黑" panose="020B0503020204020204" charset="-122"/>
                          <a:ea typeface="微软雅黑" panose="020B0503020204020204" charset="-122"/>
                        </a:rPr>
                        <a:t>2</a:t>
                      </a:r>
                      <a:endParaRPr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latin typeface="微软雅黑" panose="020B0503020204020204" charset="-122"/>
                          <a:ea typeface="微软雅黑" panose="020B0503020204020204" charset="-122"/>
                        </a:rPr>
                        <a:t>接口适配调测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latin typeface="微软雅黑" panose="020B0503020204020204" charset="-122"/>
                          <a:ea typeface="微软雅黑" panose="020B0503020204020204" charset="-122"/>
                        </a:rPr>
                        <a:t>平台帮助文档</a:t>
                      </a:r>
                    </a:p>
                  </a:txBody>
                  <a:tcPr anchor="ctr"/>
                </a:tc>
                <a:extLst>
                  <a:ext uri="{0D108BD9-81ED-4DB2-BD59-A6C34878D82A}">
                    <a16:rowId xmlns:a16="http://schemas.microsoft.com/office/drawing/2014/main" val="3495540925"/>
                  </a:ext>
                </a:extLst>
              </a:tr>
              <a:tr h="396095">
                <a:tc>
                  <a:txBody>
                    <a:bodyPr/>
                    <a:lstStyle/>
                    <a:p>
                      <a:pPr algn="ctr"/>
                      <a:r>
                        <a:rPr lang="en-US" sz="1400" dirty="0">
                          <a:latin typeface="微软雅黑" panose="020B0503020204020204" charset="-122"/>
                          <a:ea typeface="微软雅黑" panose="020B0503020204020204" charset="-122"/>
                        </a:rPr>
                        <a:t>3</a:t>
                      </a:r>
                      <a:endParaRPr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latin typeface="微软雅黑" panose="020B0503020204020204" charset="-122"/>
                          <a:ea typeface="微软雅黑" panose="020B0503020204020204" charset="-122"/>
                        </a:rPr>
                        <a:t>推送数据格式解析</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latin typeface="微软雅黑" panose="020B0503020204020204" charset="-122"/>
                          <a:ea typeface="微软雅黑" panose="020B0503020204020204" charset="-122"/>
                        </a:rPr>
                        <a:t>平台帮助文档</a:t>
                      </a:r>
                    </a:p>
                  </a:txBody>
                  <a:tcPr anchor="ctr"/>
                </a:tc>
                <a:extLst>
                  <a:ext uri="{0D108BD9-81ED-4DB2-BD59-A6C34878D82A}">
                    <a16:rowId xmlns:a16="http://schemas.microsoft.com/office/drawing/2014/main" val="10002"/>
                  </a:ext>
                </a:extLst>
              </a:tr>
              <a:tr h="396095">
                <a:tc>
                  <a:txBody>
                    <a:bodyPr/>
                    <a:lstStyle/>
                    <a:p>
                      <a:pPr algn="ctr"/>
                      <a:r>
                        <a:rPr lang="en-US" sz="1400" dirty="0">
                          <a:latin typeface="微软雅黑" panose="020B0503020204020204" charset="-122"/>
                          <a:ea typeface="微软雅黑" panose="020B0503020204020204" charset="-122"/>
                        </a:rPr>
                        <a:t>4</a:t>
                      </a:r>
                      <a:endParaRPr sz="1400" dirty="0">
                        <a:latin typeface="微软雅黑" panose="020B0503020204020204" charset="-122"/>
                        <a:ea typeface="微软雅黑" panose="020B0503020204020204" charset="-122"/>
                      </a:endParaRPr>
                    </a:p>
                  </a:txBody>
                  <a:tcPr anchor="ctr"/>
                </a:tc>
                <a:tc>
                  <a:txBody>
                    <a:bodyPr/>
                    <a:lstStyle/>
                    <a:p>
                      <a:pPr algn="l"/>
                      <a:r>
                        <a:rPr lang="zh-CN" sz="1400" dirty="0">
                          <a:latin typeface="微软雅黑" panose="020B0503020204020204" charset="-122"/>
                          <a:ea typeface="微软雅黑" panose="020B0503020204020204" charset="-122"/>
                        </a:rPr>
                        <a:t>北向应用系统识别设备所属平台改造</a:t>
                      </a:r>
                      <a:endParaRPr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latin typeface="微软雅黑" panose="020B0503020204020204" charset="-122"/>
                          <a:ea typeface="微软雅黑" panose="020B0503020204020204" charset="-122"/>
                        </a:rPr>
                        <a:t>按需</a:t>
                      </a:r>
                    </a:p>
                  </a:txBody>
                  <a:tcPr anchor="ctr"/>
                </a:tc>
                <a:extLst>
                  <a:ext uri="{0D108BD9-81ED-4DB2-BD59-A6C34878D82A}">
                    <a16:rowId xmlns:a16="http://schemas.microsoft.com/office/drawing/2014/main" val="10003"/>
                  </a:ext>
                </a:extLst>
              </a:tr>
            </a:tbl>
          </a:graphicData>
        </a:graphic>
      </p:graphicFrame>
      <p:sp>
        <p:nvSpPr>
          <p:cNvPr id="6" name="文本框 5">
            <a:extLst>
              <a:ext uri="{FF2B5EF4-FFF2-40B4-BE49-F238E27FC236}">
                <a16:creationId xmlns:a16="http://schemas.microsoft.com/office/drawing/2014/main" id="{0907AF38-7C81-7FCA-EA15-4C5A1BF79DCF}"/>
              </a:ext>
            </a:extLst>
          </p:cNvPr>
          <p:cNvSpPr txBox="1"/>
          <p:nvPr/>
        </p:nvSpPr>
        <p:spPr>
          <a:xfrm>
            <a:off x="335359" y="904104"/>
            <a:ext cx="6096000" cy="369332"/>
          </a:xfrm>
          <a:prstGeom prst="rect">
            <a:avLst/>
          </a:prstGeom>
          <a:noFill/>
        </p:spPr>
        <p:txBody>
          <a:bodyPr wrap="square">
            <a:spAutoFit/>
          </a:bodyPr>
          <a:lstStyle/>
          <a:p>
            <a:r>
              <a:rPr lang="zh-CN" altLang="en-US" dirty="0">
                <a:latin typeface="微软雅黑" panose="020B0503020204020204" charset="-122"/>
                <a:ea typeface="微软雅黑" panose="020B0503020204020204" charset="-122"/>
              </a:rPr>
              <a:t>方式①：使用</a:t>
            </a:r>
            <a:r>
              <a:rPr lang="en-US" altLang="zh-CN" dirty="0">
                <a:latin typeface="微软雅黑" panose="020B0503020204020204" charset="-122"/>
                <a:ea typeface="微软雅黑" panose="020B0503020204020204" charset="-122"/>
              </a:rPr>
              <a:t>AEP</a:t>
            </a:r>
            <a:r>
              <a:rPr lang="zh-CN" altLang="en-US" dirty="0">
                <a:latin typeface="微软雅黑" panose="020B0503020204020204" charset="-122"/>
                <a:ea typeface="微软雅黑" panose="020B0503020204020204" charset="-122"/>
              </a:rPr>
              <a:t>原生接口</a:t>
            </a:r>
            <a:endParaRPr lang="zh-CN" altLang="en-US" dirty="0"/>
          </a:p>
        </p:txBody>
      </p:sp>
      <p:sp>
        <p:nvSpPr>
          <p:cNvPr id="7" name="文本框 6">
            <a:extLst>
              <a:ext uri="{FF2B5EF4-FFF2-40B4-BE49-F238E27FC236}">
                <a16:creationId xmlns:a16="http://schemas.microsoft.com/office/drawing/2014/main" id="{41933D2E-37BD-7F19-3AEB-5F33E90DDD09}"/>
              </a:ext>
            </a:extLst>
          </p:cNvPr>
          <p:cNvSpPr txBox="1"/>
          <p:nvPr/>
        </p:nvSpPr>
        <p:spPr>
          <a:xfrm>
            <a:off x="335359" y="3618276"/>
            <a:ext cx="6096000" cy="369332"/>
          </a:xfrm>
          <a:prstGeom prst="rect">
            <a:avLst/>
          </a:prstGeom>
          <a:noFill/>
        </p:spPr>
        <p:txBody>
          <a:bodyPr wrap="square">
            <a:spAutoFit/>
          </a:bodyPr>
          <a:lstStyle/>
          <a:p>
            <a:r>
              <a:rPr lang="zh-CN" altLang="en-US" dirty="0">
                <a:latin typeface="微软雅黑" panose="020B0503020204020204" charset="-122"/>
                <a:ea typeface="微软雅黑" panose="020B0503020204020204" charset="-122"/>
              </a:rPr>
              <a:t>方式②：使用兼容</a:t>
            </a:r>
            <a:r>
              <a:rPr lang="en-US" altLang="zh-CN" dirty="0">
                <a:latin typeface="微软雅黑" panose="020B0503020204020204" charset="-122"/>
                <a:ea typeface="微软雅黑" panose="020B0503020204020204" charset="-122"/>
              </a:rPr>
              <a:t>NB</a:t>
            </a:r>
            <a:r>
              <a:rPr lang="zh-CN" altLang="en-US" dirty="0">
                <a:latin typeface="微软雅黑" panose="020B0503020204020204" charset="-122"/>
                <a:ea typeface="微软雅黑" panose="020B0503020204020204" charset="-122"/>
              </a:rPr>
              <a:t>网关接口</a:t>
            </a:r>
            <a:endParaRPr lang="zh-CN" altLang="en-US" dirty="0"/>
          </a:p>
        </p:txBody>
      </p:sp>
      <p:graphicFrame>
        <p:nvGraphicFramePr>
          <p:cNvPr id="8" name="表格 7">
            <a:extLst>
              <a:ext uri="{FF2B5EF4-FFF2-40B4-BE49-F238E27FC236}">
                <a16:creationId xmlns:a16="http://schemas.microsoft.com/office/drawing/2014/main" id="{0D3EA638-7D97-15CA-DE06-E6BFA9F94456}"/>
              </a:ext>
            </a:extLst>
          </p:cNvPr>
          <p:cNvGraphicFramePr/>
          <p:nvPr>
            <p:extLst>
              <p:ext uri="{D42A27DB-BD31-4B8C-83A1-F6EECF244321}">
                <p14:modId xmlns:p14="http://schemas.microsoft.com/office/powerpoint/2010/main" val="4019980149"/>
              </p:ext>
            </p:extLst>
          </p:nvPr>
        </p:nvGraphicFramePr>
        <p:xfrm>
          <a:off x="465987" y="4288984"/>
          <a:ext cx="9882698" cy="1127470"/>
        </p:xfrm>
        <a:graphic>
          <a:graphicData uri="http://schemas.openxmlformats.org/drawingml/2006/table">
            <a:tbl>
              <a:tblPr firstRow="1" bandRow="1">
                <a:tableStyleId>{5C22544A-7EE6-4342-B048-85BDC9FD1C3A}</a:tableStyleId>
              </a:tblPr>
              <a:tblGrid>
                <a:gridCol w="975562">
                  <a:extLst>
                    <a:ext uri="{9D8B030D-6E8A-4147-A177-3AD203B41FA5}">
                      <a16:colId xmlns:a16="http://schemas.microsoft.com/office/drawing/2014/main" val="20000"/>
                    </a:ext>
                  </a:extLst>
                </a:gridCol>
                <a:gridCol w="5513460">
                  <a:extLst>
                    <a:ext uri="{9D8B030D-6E8A-4147-A177-3AD203B41FA5}">
                      <a16:colId xmlns:a16="http://schemas.microsoft.com/office/drawing/2014/main" val="20001"/>
                    </a:ext>
                  </a:extLst>
                </a:gridCol>
                <a:gridCol w="3393676">
                  <a:extLst>
                    <a:ext uri="{9D8B030D-6E8A-4147-A177-3AD203B41FA5}">
                      <a16:colId xmlns:a16="http://schemas.microsoft.com/office/drawing/2014/main" val="20002"/>
                    </a:ext>
                  </a:extLst>
                </a:gridCol>
              </a:tblGrid>
              <a:tr h="313125">
                <a:tc>
                  <a:txBody>
                    <a:bodyPr/>
                    <a:lstStyle/>
                    <a:p>
                      <a:pPr algn="ctr"/>
                      <a:r>
                        <a:rPr lang="zh-CN" sz="1600" dirty="0">
                          <a:latin typeface="微软雅黑" panose="020B0503020204020204" charset="-122"/>
                          <a:ea typeface="微软雅黑" panose="020B0503020204020204" charset="-122"/>
                        </a:rPr>
                        <a:t>序号</a:t>
                      </a:r>
                      <a:endParaRPr sz="1600" dirty="0">
                        <a:latin typeface="微软雅黑" panose="020B0503020204020204" charset="-122"/>
                        <a:ea typeface="微软雅黑" panose="020B0503020204020204" charset="-122"/>
                      </a:endParaRPr>
                    </a:p>
                  </a:txBody>
                  <a:tcPr anchor="ctr"/>
                </a:tc>
                <a:tc>
                  <a:txBody>
                    <a:bodyPr/>
                    <a:lstStyle/>
                    <a:p>
                      <a:pPr algn="ctr"/>
                      <a:r>
                        <a:rPr lang="zh-CN" sz="1600" dirty="0">
                          <a:latin typeface="微软雅黑" panose="020B0503020204020204" charset="-122"/>
                          <a:ea typeface="微软雅黑" panose="020B0503020204020204" charset="-122"/>
                        </a:rPr>
                        <a:t>工作项</a:t>
                      </a:r>
                      <a:endParaRPr sz="1600" dirty="0">
                        <a:latin typeface="微软雅黑" panose="020B0503020204020204" charset="-122"/>
                        <a:ea typeface="微软雅黑" panose="020B0503020204020204" charset="-122"/>
                      </a:endParaRPr>
                    </a:p>
                  </a:txBody>
                  <a:tcPr anchor="ctr"/>
                </a:tc>
                <a:tc>
                  <a:txBody>
                    <a:bodyPr/>
                    <a:lstStyle/>
                    <a:p>
                      <a:pPr algn="ctr"/>
                      <a:r>
                        <a:rPr lang="zh-CN" altLang="en-US" sz="1600" dirty="0">
                          <a:latin typeface="微软雅黑" panose="020B0503020204020204" charset="-122"/>
                          <a:ea typeface="微软雅黑" panose="020B0503020204020204" charset="-122"/>
                        </a:rPr>
                        <a:t>备注</a:t>
                      </a:r>
                      <a:endParaRPr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0"/>
                  </a:ext>
                </a:extLst>
              </a:tr>
              <a:tr h="396095">
                <a:tc>
                  <a:txBody>
                    <a:bodyPr/>
                    <a:lstStyle/>
                    <a:p>
                      <a:pPr algn="ctr"/>
                      <a:r>
                        <a:rPr lang="en-US" sz="1400" dirty="0">
                          <a:latin typeface="微软雅黑" panose="020B0503020204020204" charset="-122"/>
                          <a:ea typeface="微软雅黑" panose="020B0503020204020204" charset="-122"/>
                        </a:rPr>
                        <a:t>1</a:t>
                      </a:r>
                      <a:endParaRPr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rgbClr val="000000">
                              <a:alpha val="100000"/>
                            </a:srgbClr>
                          </a:solidFill>
                          <a:latin typeface="微软雅黑" panose="020B0503020204020204" charset="-122"/>
                          <a:ea typeface="微软雅黑" panose="020B0503020204020204" charset="-122"/>
                          <a:cs typeface="+mn-cs"/>
                        </a:rPr>
                        <a:t>客户北向应用服务器修改 </a:t>
                      </a:r>
                      <a:r>
                        <a:rPr lang="en-US" altLang="zh-CN" sz="1400" dirty="0">
                          <a:solidFill>
                            <a:srgbClr val="000000">
                              <a:alpha val="100000"/>
                            </a:srgbClr>
                          </a:solidFill>
                          <a:latin typeface="微软雅黑" panose="020B0503020204020204" charset="-122"/>
                          <a:ea typeface="微软雅黑" panose="020B0503020204020204" charset="-122"/>
                          <a:cs typeface="+mn-cs"/>
                        </a:rPr>
                        <a:t>API</a:t>
                      </a:r>
                      <a:r>
                        <a:rPr lang="zh-CN" altLang="en-US" sz="1400" dirty="0">
                          <a:solidFill>
                            <a:srgbClr val="000000">
                              <a:alpha val="100000"/>
                            </a:srgbClr>
                          </a:solidFill>
                          <a:latin typeface="微软雅黑" panose="020B0503020204020204" charset="-122"/>
                          <a:ea typeface="微软雅黑" panose="020B0503020204020204" charset="-122"/>
                          <a:cs typeface="+mn-cs"/>
                        </a:rPr>
                        <a:t> 对接地址</a:t>
                      </a:r>
                      <a:endParaRPr lang="zh-CN" altLang="en-US"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微软雅黑" panose="020B0503020204020204" charset="-122"/>
                          <a:ea typeface="微软雅黑" panose="020B0503020204020204" charset="-122"/>
                        </a:rPr>
                        <a:t>/</a:t>
                      </a:r>
                    </a:p>
                  </a:txBody>
                  <a:tcPr anchor="ctr"/>
                </a:tc>
                <a:extLst>
                  <a:ext uri="{0D108BD9-81ED-4DB2-BD59-A6C34878D82A}">
                    <a16:rowId xmlns:a16="http://schemas.microsoft.com/office/drawing/2014/main" val="10001"/>
                  </a:ext>
                </a:extLst>
              </a:tr>
              <a:tr h="396095">
                <a:tc>
                  <a:txBody>
                    <a:bodyPr/>
                    <a:lstStyle/>
                    <a:p>
                      <a:pPr algn="ctr"/>
                      <a:r>
                        <a:rPr lang="en-US" sz="1400" dirty="0">
                          <a:latin typeface="微软雅黑" panose="020B0503020204020204" charset="-122"/>
                          <a:ea typeface="微软雅黑" panose="020B0503020204020204" charset="-122"/>
                        </a:rPr>
                        <a:t>2</a:t>
                      </a:r>
                      <a:endParaRPr sz="1400" dirty="0">
                        <a:latin typeface="微软雅黑" panose="020B0503020204020204" charset="-122"/>
                        <a:ea typeface="微软雅黑" panose="020B0503020204020204" charset="-122"/>
                      </a:endParaRPr>
                    </a:p>
                  </a:txBody>
                  <a:tcPr anchor="ctr"/>
                </a:tc>
                <a:tc>
                  <a:txBody>
                    <a:bodyPr/>
                    <a:lstStyle/>
                    <a:p>
                      <a:pPr algn="l"/>
                      <a:r>
                        <a:rPr lang="zh-CN" sz="1400" dirty="0">
                          <a:latin typeface="微软雅黑" panose="020B0503020204020204" charset="-122"/>
                          <a:ea typeface="微软雅黑" panose="020B0503020204020204" charset="-122"/>
                        </a:rPr>
                        <a:t>北向应用系统识别设备所属平台改造</a:t>
                      </a:r>
                      <a:endParaRPr sz="14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latin typeface="微软雅黑" panose="020B0503020204020204" charset="-122"/>
                          <a:ea typeface="微软雅黑" panose="020B0503020204020204" charset="-122"/>
                        </a:rPr>
                        <a:t>按需</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5523072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设备迁移与回退测试验证</a:t>
            </a:r>
            <a:endParaRPr lang="zh-CN" altLang="en-US" sz="2400" b="1" dirty="0">
              <a:solidFill>
                <a:srgbClr val="C00000"/>
              </a:solidFill>
              <a:latin typeface="微软雅黑" panose="020B0503020204020204" charset="-122"/>
              <a:ea typeface="微软雅黑" panose="020B0503020204020204" charset="-122"/>
            </a:endParaRPr>
          </a:p>
        </p:txBody>
      </p:sp>
      <p:graphicFrame>
        <p:nvGraphicFramePr>
          <p:cNvPr id="32" name="表格 31"/>
          <p:cNvGraphicFramePr/>
          <p:nvPr>
            <p:extLst>
              <p:ext uri="{D42A27DB-BD31-4B8C-83A1-F6EECF244321}">
                <p14:modId xmlns:p14="http://schemas.microsoft.com/office/powerpoint/2010/main" val="791514661"/>
              </p:ext>
            </p:extLst>
          </p:nvPr>
        </p:nvGraphicFramePr>
        <p:xfrm>
          <a:off x="436460" y="1687946"/>
          <a:ext cx="10112508" cy="1706880"/>
        </p:xfrm>
        <a:graphic>
          <a:graphicData uri="http://schemas.openxmlformats.org/drawingml/2006/table">
            <a:tbl>
              <a:tblPr firstRow="1" bandRow="1">
                <a:tableStyleId>{5C22544A-7EE6-4342-B048-85BDC9FD1C3A}</a:tableStyleId>
              </a:tblPr>
              <a:tblGrid>
                <a:gridCol w="878524">
                  <a:extLst>
                    <a:ext uri="{9D8B030D-6E8A-4147-A177-3AD203B41FA5}">
                      <a16:colId xmlns:a16="http://schemas.microsoft.com/office/drawing/2014/main" val="20000"/>
                    </a:ext>
                  </a:extLst>
                </a:gridCol>
                <a:gridCol w="263845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3623734">
                  <a:extLst>
                    <a:ext uri="{9D8B030D-6E8A-4147-A177-3AD203B41FA5}">
                      <a16:colId xmlns:a16="http://schemas.microsoft.com/office/drawing/2014/main" val="20003"/>
                    </a:ext>
                  </a:extLst>
                </a:gridCol>
              </a:tblGrid>
              <a:tr h="298854">
                <a:tc>
                  <a:txBody>
                    <a:bodyPr/>
                    <a:lstStyle/>
                    <a:p>
                      <a:pPr algn="l"/>
                      <a:r>
                        <a:rPr lang="zh-CN" sz="1800" dirty="0">
                          <a:latin typeface="微软雅黑" panose="020B0503020204020204" charset="-122"/>
                          <a:ea typeface="微软雅黑" panose="020B0503020204020204" charset="-122"/>
                        </a:rPr>
                        <a:t>序号</a:t>
                      </a:r>
                      <a:endParaRPr sz="1800" dirty="0">
                        <a:latin typeface="微软雅黑" panose="020B0503020204020204" charset="-122"/>
                        <a:ea typeface="微软雅黑" panose="020B0503020204020204" charset="-122"/>
                      </a:endParaRPr>
                    </a:p>
                  </a:txBody>
                  <a:tcPr anchor="ctr"/>
                </a:tc>
                <a:tc>
                  <a:txBody>
                    <a:bodyPr/>
                    <a:lstStyle/>
                    <a:p>
                      <a:pPr algn="l"/>
                      <a:r>
                        <a:rPr lang="zh-CN" sz="1800" dirty="0">
                          <a:latin typeface="微软雅黑" panose="020B0503020204020204" charset="-122"/>
                          <a:ea typeface="微软雅黑" panose="020B0503020204020204" charset="-122"/>
                        </a:rPr>
                        <a:t>工作项</a:t>
                      </a:r>
                      <a:endParaRPr sz="1800" dirty="0">
                        <a:latin typeface="微软雅黑" panose="020B0503020204020204" charset="-122"/>
                        <a:ea typeface="微软雅黑" panose="020B0503020204020204" charset="-122"/>
                      </a:endParaRPr>
                    </a:p>
                  </a:txBody>
                  <a:tcPr anchor="ctr"/>
                </a:tc>
                <a:tc>
                  <a:txBody>
                    <a:bodyPr/>
                    <a:lstStyle/>
                    <a:p>
                      <a:pPr algn="l"/>
                      <a:r>
                        <a:rPr lang="zh-CN" sz="1800" dirty="0">
                          <a:latin typeface="微软雅黑" panose="020B0503020204020204" charset="-122"/>
                          <a:ea typeface="微软雅黑" panose="020B0503020204020204" charset="-122"/>
                        </a:rPr>
                        <a:t>操作方</a:t>
                      </a:r>
                      <a:endParaRPr sz="1800" dirty="0">
                        <a:latin typeface="微软雅黑" panose="020B0503020204020204" charset="-122"/>
                        <a:ea typeface="微软雅黑" panose="020B0503020204020204" charset="-122"/>
                      </a:endParaRPr>
                    </a:p>
                  </a:txBody>
                  <a:tcPr anchor="ctr"/>
                </a:tc>
                <a:tc>
                  <a:txBody>
                    <a:bodyPr/>
                    <a:lstStyle/>
                    <a:p>
                      <a:pPr algn="l"/>
                      <a:r>
                        <a:rPr lang="zh-CN" altLang="en-US" sz="1800" dirty="0">
                          <a:latin typeface="微软雅黑" panose="020B0503020204020204" charset="-122"/>
                          <a:ea typeface="微软雅黑" panose="020B0503020204020204" charset="-122"/>
                        </a:rPr>
                        <a:t>备注</a:t>
                      </a:r>
                      <a:endParaRPr sz="18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0"/>
                  </a:ext>
                </a:extLst>
              </a:tr>
              <a:tr h="309076">
                <a:tc>
                  <a:txBody>
                    <a:bodyPr/>
                    <a:lstStyle/>
                    <a:p>
                      <a:pPr algn="l"/>
                      <a:r>
                        <a:rPr lang="en-US" sz="1600">
                          <a:latin typeface="微软雅黑" panose="020B0503020204020204" charset="-122"/>
                          <a:ea typeface="微软雅黑" panose="020B0503020204020204" charset="-122"/>
                        </a:rPr>
                        <a:t>1</a:t>
                      </a:r>
                    </a:p>
                  </a:txBody>
                  <a:tcPr anchor="ctr"/>
                </a:tc>
                <a:tc>
                  <a:txBody>
                    <a:bodyPr/>
                    <a:lstStyle/>
                    <a:p>
                      <a:pPr algn="l"/>
                      <a:r>
                        <a:rPr lang="zh-CN" sz="1600" dirty="0">
                          <a:latin typeface="微软雅黑" panose="020B0503020204020204" charset="-122"/>
                          <a:ea typeface="微软雅黑" panose="020B0503020204020204" charset="-122"/>
                        </a:rPr>
                        <a:t>卡</a:t>
                      </a:r>
                      <a:r>
                        <a:rPr lang="en-US" sz="1600" dirty="0">
                          <a:latin typeface="微软雅黑" panose="020B0503020204020204" charset="-122"/>
                          <a:ea typeface="微软雅黑" panose="020B0503020204020204" charset="-122"/>
                        </a:rPr>
                        <a:t>CC</a:t>
                      </a:r>
                      <a:r>
                        <a:rPr lang="zh-CN" sz="1600" dirty="0">
                          <a:latin typeface="微软雅黑" panose="020B0503020204020204" charset="-122"/>
                          <a:ea typeface="微软雅黑" panose="020B0503020204020204" charset="-122"/>
                        </a:rPr>
                        <a:t>值变更受理</a:t>
                      </a:r>
                      <a:endParaRPr sz="1600" dirty="0">
                        <a:latin typeface="微软雅黑" panose="020B0503020204020204" charset="-122"/>
                        <a:ea typeface="微软雅黑" panose="020B0503020204020204" charset="-122"/>
                      </a:endParaRPr>
                    </a:p>
                  </a:txBody>
                  <a:tcPr anchor="ctr"/>
                </a:tc>
                <a:tc>
                  <a:txBody>
                    <a:bodyPr/>
                    <a:lstStyle/>
                    <a:p>
                      <a:pPr algn="l"/>
                      <a:r>
                        <a:rPr lang="zh-CN" altLang="en-US" sz="1600" dirty="0">
                          <a:latin typeface="微软雅黑" panose="020B0503020204020204" charset="-122"/>
                          <a:ea typeface="微软雅黑" panose="020B0503020204020204" charset="-122"/>
                        </a:rPr>
                        <a:t>天翼物联</a:t>
                      </a:r>
                    </a:p>
                  </a:txBody>
                  <a:tcPr anchor="ctr"/>
                </a:tc>
                <a:tc>
                  <a:txBody>
                    <a:bodyPr/>
                    <a:lstStyle/>
                    <a:p>
                      <a:pPr algn="l"/>
                      <a:endParaRPr lang="en-US"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1"/>
                  </a:ext>
                </a:extLst>
              </a:tr>
              <a:tr h="309076">
                <a:tc>
                  <a:txBody>
                    <a:bodyPr/>
                    <a:lstStyle/>
                    <a:p>
                      <a:pPr algn="l"/>
                      <a:r>
                        <a:rPr lang="en-US" sz="1600">
                          <a:latin typeface="微软雅黑" panose="020B0503020204020204" charset="-122"/>
                          <a:ea typeface="微软雅黑" panose="020B0503020204020204" charset="-122"/>
                        </a:rPr>
                        <a:t>2</a:t>
                      </a:r>
                    </a:p>
                  </a:txBody>
                  <a:tcPr anchor="ctr"/>
                </a:tc>
                <a:tc>
                  <a:txBody>
                    <a:bodyPr/>
                    <a:lstStyle/>
                    <a:p>
                      <a:pPr algn="l"/>
                      <a:r>
                        <a:rPr lang="zh-CN" sz="1600" dirty="0">
                          <a:latin typeface="微软雅黑" panose="020B0503020204020204" charset="-122"/>
                          <a:ea typeface="微软雅黑" panose="020B0503020204020204" charset="-122"/>
                        </a:rPr>
                        <a:t>业务受理稽核</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天翼物联</a:t>
                      </a:r>
                      <a:endParaRPr sz="1600" dirty="0">
                        <a:latin typeface="微软雅黑" panose="020B0503020204020204" charset="-122"/>
                        <a:ea typeface="微软雅黑" panose="020B0503020204020204" charset="-122"/>
                      </a:endParaRPr>
                    </a:p>
                  </a:txBody>
                  <a:tcPr anchor="ctr"/>
                </a:tc>
                <a:tc>
                  <a:txBody>
                    <a:bodyPr/>
                    <a:lstStyle/>
                    <a:p>
                      <a:pPr algn="l"/>
                      <a:endParaRPr lang="en-US"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2"/>
                  </a:ext>
                </a:extLst>
              </a:tr>
              <a:tr h="273950">
                <a:tc>
                  <a:txBody>
                    <a:bodyPr/>
                    <a:lstStyle/>
                    <a:p>
                      <a:pPr algn="l"/>
                      <a:r>
                        <a:rPr lang="en-US" sz="1600">
                          <a:latin typeface="微软雅黑" panose="020B0503020204020204" charset="-122"/>
                          <a:ea typeface="微软雅黑" panose="020B0503020204020204" charset="-122"/>
                        </a:rPr>
                        <a:t>3</a:t>
                      </a:r>
                    </a:p>
                  </a:txBody>
                  <a:tcPr anchor="ctr"/>
                </a:tc>
                <a:tc>
                  <a:txBody>
                    <a:bodyPr/>
                    <a:lstStyle/>
                    <a:p>
                      <a:pPr algn="l"/>
                      <a:r>
                        <a:rPr lang="zh-CN" sz="1600" dirty="0">
                          <a:latin typeface="微软雅黑" panose="020B0503020204020204" charset="-122"/>
                          <a:ea typeface="微软雅黑" panose="020B0503020204020204" charset="-122"/>
                        </a:rPr>
                        <a:t>卡踢下线</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天翼物联</a:t>
                      </a:r>
                      <a:endParaRPr sz="16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latin typeface="微软雅黑" panose="020B0503020204020204" charset="-122"/>
                          <a:ea typeface="微软雅黑" panose="020B0503020204020204" charset="-122"/>
                        </a:rPr>
                        <a:t>按需执行</a:t>
                      </a:r>
                    </a:p>
                  </a:txBody>
                  <a:tcPr anchor="ctr"/>
                </a:tc>
                <a:extLst>
                  <a:ext uri="{0D108BD9-81ED-4DB2-BD59-A6C34878D82A}">
                    <a16:rowId xmlns:a16="http://schemas.microsoft.com/office/drawing/2014/main" val="10003"/>
                  </a:ext>
                </a:extLst>
              </a:tr>
              <a:tr h="273950">
                <a:tc>
                  <a:txBody>
                    <a:bodyPr/>
                    <a:lstStyle/>
                    <a:p>
                      <a:pPr algn="l"/>
                      <a:r>
                        <a:rPr lang="en-US" sz="1600" dirty="0">
                          <a:latin typeface="微软雅黑" panose="020B0503020204020204" charset="-122"/>
                          <a:ea typeface="微软雅黑" panose="020B0503020204020204" charset="-122"/>
                        </a:rPr>
                        <a:t>4</a:t>
                      </a:r>
                    </a:p>
                  </a:txBody>
                  <a:tcPr anchor="ctr"/>
                </a:tc>
                <a:tc>
                  <a:txBody>
                    <a:bodyPr/>
                    <a:lstStyle/>
                    <a:p>
                      <a:pPr algn="l"/>
                      <a:r>
                        <a:rPr lang="zh-CN" altLang="en-US" sz="1600" dirty="0">
                          <a:latin typeface="微软雅黑" panose="020B0503020204020204" charset="-122"/>
                          <a:ea typeface="微软雅黑" panose="020B0503020204020204" charset="-122"/>
                        </a:rPr>
                        <a:t>业务验证</a:t>
                      </a:r>
                      <a:endParaRPr sz="1600" dirty="0">
                        <a:latin typeface="微软雅黑" panose="020B0503020204020204" charset="-122"/>
                        <a:ea typeface="微软雅黑" panose="020B0503020204020204" charset="-122"/>
                      </a:endParaRPr>
                    </a:p>
                  </a:txBody>
                  <a:tcPr anchor="ctr"/>
                </a:tc>
                <a:tc>
                  <a:txBody>
                    <a:bodyPr/>
                    <a:lstStyle/>
                    <a:p>
                      <a:pPr algn="l"/>
                      <a:r>
                        <a:rPr lang="zh-CN" altLang="en-US" sz="1600" dirty="0">
                          <a:latin typeface="微软雅黑" panose="020B0503020204020204" charset="-122"/>
                          <a:ea typeface="微软雅黑" panose="020B0503020204020204" charset="-122"/>
                        </a:rPr>
                        <a:t>客户</a:t>
                      </a:r>
                      <a:endParaRPr sz="16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177858359"/>
                  </a:ext>
                </a:extLst>
              </a:tr>
            </a:tbl>
          </a:graphicData>
        </a:graphic>
      </p:graphicFrame>
      <p:sp>
        <p:nvSpPr>
          <p:cNvPr id="33" name="文本框 32"/>
          <p:cNvSpPr txBox="1"/>
          <p:nvPr/>
        </p:nvSpPr>
        <p:spPr>
          <a:xfrm>
            <a:off x="335359" y="806224"/>
            <a:ext cx="11507950" cy="874407"/>
          </a:xfrm>
          <a:prstGeom prst="rect">
            <a:avLst/>
          </a:prstGeom>
          <a:ln w="12700">
            <a:prstDash val="solid"/>
          </a:ln>
        </p:spPr>
        <p:txBody>
          <a:bodyPr wrap="square">
            <a:spAutoFit/>
          </a:bodyPr>
          <a:lstStyle/>
          <a:p>
            <a:pPr>
              <a:lnSpc>
                <a:spcPct val="150000"/>
              </a:lnSpc>
            </a:pPr>
            <a:r>
              <a:rPr lang="zh-CN" dirty="0">
                <a:latin typeface="微软雅黑" panose="020B0503020204020204" charset="-122"/>
                <a:ea typeface="微软雅黑" panose="020B0503020204020204" charset="-122"/>
              </a:rPr>
              <a:t>工作目标：完成设备迁移</a:t>
            </a:r>
            <a:r>
              <a:rPr lang="zh-CN" altLang="en-US" dirty="0">
                <a:latin typeface="微软雅黑" panose="020B0503020204020204" charset="-122"/>
                <a:ea typeface="微软雅黑" panose="020B0503020204020204" charset="-122"/>
              </a:rPr>
              <a:t>与回退</a:t>
            </a:r>
            <a:r>
              <a:rPr lang="zh-CN" dirty="0">
                <a:latin typeface="微软雅黑" panose="020B0503020204020204" charset="-122"/>
                <a:ea typeface="微软雅黑" panose="020B0503020204020204" charset="-122"/>
              </a:rPr>
              <a:t>测试</a:t>
            </a:r>
            <a:r>
              <a:rPr lang="zh-CN" altLang="en-US" dirty="0">
                <a:latin typeface="微软雅黑" panose="020B0503020204020204" charset="-122"/>
                <a:ea typeface="微软雅黑" panose="020B0503020204020204" charset="-122"/>
              </a:rPr>
              <a:t>验证，</a:t>
            </a:r>
            <a:r>
              <a:rPr lang="zh-CN" altLang="zh-CN" dirty="0">
                <a:latin typeface="微软雅黑" panose="020B0503020204020204" charset="-122"/>
                <a:ea typeface="微软雅黑" panose="020B0503020204020204" charset="-122"/>
              </a:rPr>
              <a:t>完成设备到平台南向数据连通性验证</a:t>
            </a:r>
            <a:r>
              <a:rPr lang="zh-CN" altLang="en-US" dirty="0">
                <a:latin typeface="微软雅黑" panose="020B0503020204020204" charset="-122"/>
                <a:ea typeface="微软雅黑" panose="020B0503020204020204" charset="-122"/>
              </a:rPr>
              <a:t>，实现</a:t>
            </a:r>
            <a:r>
              <a:rPr lang="zh-CN" altLang="zh-CN" dirty="0">
                <a:latin typeface="微软雅黑" panose="020B0503020204020204" charset="-122"/>
                <a:ea typeface="微软雅黑" panose="020B0503020204020204" charset="-122"/>
              </a:rPr>
              <a:t>南北向全流程贯通</a:t>
            </a:r>
            <a:r>
              <a:rPr lang="zh-CN" altLang="en-US" dirty="0">
                <a:latin typeface="微软雅黑" panose="020B0503020204020204" charset="-122"/>
                <a:ea typeface="微软雅黑" panose="020B0503020204020204" charset="-122"/>
              </a:rPr>
              <a:t>，具备批量迁移条件</a:t>
            </a:r>
            <a:endParaRPr dirty="0">
              <a:latin typeface="微软雅黑" panose="020B0503020204020204" charset="-122"/>
              <a:ea typeface="微软雅黑" panose="020B0503020204020204" charset="-122"/>
            </a:endParaRPr>
          </a:p>
        </p:txBody>
      </p:sp>
      <p:graphicFrame>
        <p:nvGraphicFramePr>
          <p:cNvPr id="2" name="表格 1">
            <a:extLst>
              <a:ext uri="{FF2B5EF4-FFF2-40B4-BE49-F238E27FC236}">
                <a16:creationId xmlns:a16="http://schemas.microsoft.com/office/drawing/2014/main" id="{7EC714F1-5B8F-E786-8A1F-DAB8A2224CB9}"/>
              </a:ext>
            </a:extLst>
          </p:cNvPr>
          <p:cNvGraphicFramePr/>
          <p:nvPr>
            <p:extLst>
              <p:ext uri="{D42A27DB-BD31-4B8C-83A1-F6EECF244321}">
                <p14:modId xmlns:p14="http://schemas.microsoft.com/office/powerpoint/2010/main" val="1280677294"/>
              </p:ext>
            </p:extLst>
          </p:nvPr>
        </p:nvGraphicFramePr>
        <p:xfrm>
          <a:off x="436460" y="3931624"/>
          <a:ext cx="10985783" cy="2804160"/>
        </p:xfrm>
        <a:graphic>
          <a:graphicData uri="http://schemas.openxmlformats.org/drawingml/2006/table">
            <a:tbl>
              <a:tblPr firstRow="1">
                <a:tableStyleId>{5940675A-B579-460E-94D1-54222C63F5DA}</a:tableStyleId>
              </a:tblPr>
              <a:tblGrid>
                <a:gridCol w="1472390">
                  <a:extLst>
                    <a:ext uri="{9D8B030D-6E8A-4147-A177-3AD203B41FA5}">
                      <a16:colId xmlns:a16="http://schemas.microsoft.com/office/drawing/2014/main" val="20000"/>
                    </a:ext>
                  </a:extLst>
                </a:gridCol>
                <a:gridCol w="1094034">
                  <a:extLst>
                    <a:ext uri="{9D8B030D-6E8A-4147-A177-3AD203B41FA5}">
                      <a16:colId xmlns:a16="http://schemas.microsoft.com/office/drawing/2014/main" val="20001"/>
                    </a:ext>
                  </a:extLst>
                </a:gridCol>
                <a:gridCol w="1677622">
                  <a:extLst>
                    <a:ext uri="{9D8B030D-6E8A-4147-A177-3AD203B41FA5}">
                      <a16:colId xmlns:a16="http://schemas.microsoft.com/office/drawing/2014/main" val="20002"/>
                    </a:ext>
                  </a:extLst>
                </a:gridCol>
                <a:gridCol w="5035996">
                  <a:extLst>
                    <a:ext uri="{9D8B030D-6E8A-4147-A177-3AD203B41FA5}">
                      <a16:colId xmlns:a16="http://schemas.microsoft.com/office/drawing/2014/main" val="20003"/>
                    </a:ext>
                  </a:extLst>
                </a:gridCol>
                <a:gridCol w="1705741">
                  <a:extLst>
                    <a:ext uri="{9D8B030D-6E8A-4147-A177-3AD203B41FA5}">
                      <a16:colId xmlns:a16="http://schemas.microsoft.com/office/drawing/2014/main" val="20004"/>
                    </a:ext>
                  </a:extLst>
                </a:gridCol>
              </a:tblGrid>
              <a:tr h="311192">
                <a:tc gridSpan="3">
                  <a:txBody>
                    <a:bodyPr/>
                    <a:lstStyle/>
                    <a:p>
                      <a:pPr algn="ctr"/>
                      <a:r>
                        <a:rPr sz="1600" b="1" dirty="0" err="1">
                          <a:solidFill>
                            <a:sysClr val="windowText" lastClr="000000"/>
                          </a:solidFill>
                          <a:latin typeface="微软雅黑" panose="020B0503020204020204" charset="-122"/>
                          <a:ea typeface="微软雅黑" panose="020B0503020204020204" charset="-122"/>
                        </a:rPr>
                        <a:t>客户测试项</a:t>
                      </a:r>
                      <a:endParaRPr sz="1400" dirty="0">
                        <a:solidFill>
                          <a:sysClr val="windowText" lastClr="000000"/>
                        </a:solidFill>
                        <a:latin typeface="微软雅黑" panose="020B0503020204020204" charset="-122"/>
                        <a:ea typeface="微软雅黑" panose="020B0503020204020204" charset="-122"/>
                      </a:endParaRPr>
                    </a:p>
                  </a:txBody>
                  <a:tcPr anchor="ctr"/>
                </a:tc>
                <a:tc hMerge="1">
                  <a:txBody>
                    <a:bodyPr/>
                    <a:lstStyle/>
                    <a:p>
                      <a:endParaRPr lang="zh-CN"/>
                    </a:p>
                  </a:txBody>
                  <a:tcPr/>
                </a:tc>
                <a:tc hMerge="1">
                  <a:txBody>
                    <a:bodyPr/>
                    <a:lstStyle/>
                    <a:p>
                      <a:endParaRPr lang="zh-CN"/>
                    </a:p>
                  </a:txBody>
                  <a:tcPr/>
                </a:tc>
                <a:tc>
                  <a:txBody>
                    <a:bodyPr/>
                    <a:lstStyle/>
                    <a:p>
                      <a:pPr algn="ctr"/>
                      <a:r>
                        <a:rPr sz="1600" b="1" dirty="0" err="1">
                          <a:solidFill>
                            <a:sysClr val="windowText" lastClr="000000"/>
                          </a:solidFill>
                          <a:latin typeface="微软雅黑" panose="020B0503020204020204" charset="-122"/>
                          <a:ea typeface="微软雅黑" panose="020B0503020204020204" charset="-122"/>
                        </a:rPr>
                        <a:t>测试标准</a:t>
                      </a:r>
                      <a:endParaRPr sz="1400" dirty="0">
                        <a:solidFill>
                          <a:sysClr val="windowText" lastClr="000000"/>
                        </a:solidFill>
                        <a:latin typeface="微软雅黑" panose="020B0503020204020204" charset="-122"/>
                        <a:ea typeface="微软雅黑" panose="020B0503020204020204" charset="-122"/>
                      </a:endParaRPr>
                    </a:p>
                  </a:txBody>
                  <a:tcPr anchor="ctr"/>
                </a:tc>
                <a:tc>
                  <a:txBody>
                    <a:bodyPr/>
                    <a:lstStyle/>
                    <a:p>
                      <a:pPr algn="ctr"/>
                      <a:r>
                        <a:rPr sz="1600" b="1" dirty="0" err="1">
                          <a:solidFill>
                            <a:sysClr val="windowText" lastClr="000000"/>
                          </a:solidFill>
                          <a:latin typeface="微软雅黑" panose="020B0503020204020204" charset="-122"/>
                          <a:ea typeface="微软雅黑" panose="020B0503020204020204" charset="-122"/>
                        </a:rPr>
                        <a:t>测试结果</a:t>
                      </a:r>
                      <a:endParaRPr sz="1400" dirty="0">
                        <a:solidFill>
                          <a:sysClr val="windowText" lastClr="000000"/>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0"/>
                  </a:ext>
                </a:extLst>
              </a:tr>
              <a:tr h="311192">
                <a:tc rowSpan="6">
                  <a:txBody>
                    <a:bodyPr/>
                    <a:lstStyle/>
                    <a:p>
                      <a:pPr algn="ctr"/>
                      <a:r>
                        <a:rPr sz="1400" dirty="0" err="1">
                          <a:solidFill>
                            <a:sysClr val="windowText" lastClr="000000"/>
                          </a:solidFill>
                          <a:latin typeface="微软雅黑" panose="020B0503020204020204" charset="-122"/>
                          <a:ea typeface="微软雅黑" panose="020B0503020204020204" charset="-122"/>
                        </a:rPr>
                        <a:t>客户验证</a:t>
                      </a:r>
                      <a:endParaRPr sz="1400" dirty="0">
                        <a:solidFill>
                          <a:sysClr val="windowText" lastClr="000000"/>
                        </a:solidFill>
                        <a:latin typeface="微软雅黑" panose="020B0503020204020204" charset="-122"/>
                        <a:ea typeface="微软雅黑" panose="020B0503020204020204" charset="-122"/>
                      </a:endParaRPr>
                    </a:p>
                  </a:txBody>
                  <a:tcPr anchor="ctr"/>
                </a:tc>
                <a:tc gridSpan="2">
                  <a:txBody>
                    <a:bodyPr/>
                    <a:lstStyle/>
                    <a:p>
                      <a:pPr algn="ctr"/>
                      <a:r>
                        <a:rPr sz="1400" dirty="0" err="1">
                          <a:solidFill>
                            <a:sysClr val="windowText" lastClr="000000"/>
                          </a:solidFill>
                          <a:latin typeface="微软雅黑" panose="020B0503020204020204" charset="-122"/>
                          <a:ea typeface="微软雅黑" panose="020B0503020204020204" charset="-122"/>
                        </a:rPr>
                        <a:t>开放API接口</a:t>
                      </a:r>
                      <a:endParaRPr sz="1400" dirty="0">
                        <a:solidFill>
                          <a:sysClr val="windowText" lastClr="000000"/>
                        </a:solidFill>
                        <a:latin typeface="微软雅黑" panose="020B0503020204020204" charset="-122"/>
                        <a:ea typeface="微软雅黑" panose="020B0503020204020204" charset="-122"/>
                      </a:endParaRPr>
                    </a:p>
                  </a:txBody>
                  <a:tcPr anchor="ctr"/>
                </a:tc>
                <a:tc hMerge="1">
                  <a:txBody>
                    <a:bodyPr/>
                    <a:lstStyle/>
                    <a:p>
                      <a:endParaRPr lang="zh-CN"/>
                    </a:p>
                  </a:txBody>
                  <a:tcPr/>
                </a:tc>
                <a:tc>
                  <a:txBody>
                    <a:bodyPr/>
                    <a:lstStyle/>
                    <a:p>
                      <a:pPr algn="ctr"/>
                      <a:r>
                        <a:rPr sz="1200" dirty="0" err="1">
                          <a:solidFill>
                            <a:sysClr val="windowText" lastClr="000000"/>
                          </a:solidFill>
                          <a:latin typeface="微软雅黑" panose="020B0503020204020204" charset="-122"/>
                          <a:ea typeface="微软雅黑" panose="020B0503020204020204" charset="-122"/>
                          <a:sym typeface="+mn-ea"/>
                        </a:rPr>
                        <a:t>在线调试或应用开发调用任意接口成功</a:t>
                      </a:r>
                      <a:endParaRPr sz="1200" dirty="0">
                        <a:solidFill>
                          <a:sysClr val="windowText" lastClr="000000"/>
                        </a:solidFill>
                        <a:latin typeface="微软雅黑" panose="020B0503020204020204" charset="-122"/>
                        <a:ea typeface="微软雅黑" panose="020B0503020204020204" charset="-122"/>
                      </a:endParaRPr>
                    </a:p>
                  </a:txBody>
                  <a:tcPr anchor="ctr"/>
                </a:tc>
                <a:tc>
                  <a:txBody>
                    <a:bodyPr/>
                    <a:lstStyle/>
                    <a:p>
                      <a:pPr algn="ctr"/>
                      <a:endParaRPr sz="1600">
                        <a:solidFill>
                          <a:sysClr val="windowText" lastClr="000000"/>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1"/>
                  </a:ext>
                </a:extLst>
              </a:tr>
              <a:tr h="311192">
                <a:tc vMerge="1">
                  <a:txBody>
                    <a:bodyPr/>
                    <a:lstStyle/>
                    <a:p>
                      <a:endParaRPr lang="zh-CN"/>
                    </a:p>
                  </a:txBody>
                  <a:tcPr/>
                </a:tc>
                <a:tc gridSpan="2">
                  <a:txBody>
                    <a:bodyPr/>
                    <a:lstStyle/>
                    <a:p>
                      <a:pPr algn="ctr"/>
                      <a:r>
                        <a:rPr sz="1400" dirty="0">
                          <a:solidFill>
                            <a:sysClr val="windowText" lastClr="000000"/>
                          </a:solidFill>
                          <a:latin typeface="微软雅黑" panose="020B0503020204020204" charset="-122"/>
                          <a:ea typeface="微软雅黑" panose="020B0503020204020204" charset="-122"/>
                        </a:rPr>
                        <a:t>Portal</a:t>
                      </a:r>
                      <a:r>
                        <a:rPr lang="en-US" sz="1400" dirty="0">
                          <a:solidFill>
                            <a:sysClr val="windowText" lastClr="000000"/>
                          </a:solidFill>
                          <a:latin typeface="微软雅黑" panose="020B0503020204020204" charset="-122"/>
                          <a:ea typeface="微软雅黑" panose="020B0503020204020204" charset="-122"/>
                        </a:rPr>
                        <a:t> </a:t>
                      </a:r>
                      <a:r>
                        <a:rPr sz="1400" dirty="0">
                          <a:solidFill>
                            <a:sysClr val="windowText" lastClr="000000"/>
                          </a:solidFill>
                          <a:latin typeface="微软雅黑" panose="020B0503020204020204" charset="-122"/>
                          <a:ea typeface="微软雅黑" panose="020B0503020204020204" charset="-122"/>
                        </a:rPr>
                        <a:t>访问</a:t>
                      </a:r>
                    </a:p>
                  </a:txBody>
                  <a:tcPr anchor="ctr"/>
                </a:tc>
                <a:tc hMerge="1">
                  <a:txBody>
                    <a:bodyPr/>
                    <a:lstStyle/>
                    <a:p>
                      <a:endParaRPr lang="zh-CN"/>
                    </a:p>
                  </a:txBody>
                  <a:tcPr/>
                </a:tc>
                <a:tc>
                  <a:txBody>
                    <a:bodyPr/>
                    <a:lstStyle/>
                    <a:p>
                      <a:pPr algn="ctr"/>
                      <a:r>
                        <a:rPr sz="1200" dirty="0" err="1">
                          <a:solidFill>
                            <a:sysClr val="windowText" lastClr="000000"/>
                          </a:solidFill>
                          <a:latin typeface="微软雅黑" panose="020B0503020204020204" charset="-122"/>
                          <a:ea typeface="微软雅黑" panose="020B0503020204020204" charset="-122"/>
                          <a:sym typeface="+mn-ea"/>
                        </a:rPr>
                        <a:t>正常访问登录控制台</a:t>
                      </a:r>
                      <a:endParaRPr sz="1200" dirty="0">
                        <a:solidFill>
                          <a:sysClr val="windowText" lastClr="000000"/>
                        </a:solidFill>
                        <a:latin typeface="微软雅黑" panose="020B0503020204020204" charset="-122"/>
                        <a:ea typeface="微软雅黑" panose="020B0503020204020204" charset="-122"/>
                      </a:endParaRPr>
                    </a:p>
                  </a:txBody>
                  <a:tcPr anchor="ctr"/>
                </a:tc>
                <a:tc>
                  <a:txBody>
                    <a:bodyPr/>
                    <a:lstStyle/>
                    <a:p>
                      <a:pPr algn="ctr"/>
                      <a:endParaRPr sz="1600">
                        <a:solidFill>
                          <a:sysClr val="windowText" lastClr="000000"/>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2"/>
                  </a:ext>
                </a:extLst>
              </a:tr>
              <a:tr h="311192">
                <a:tc vMerge="1">
                  <a:txBody>
                    <a:bodyPr/>
                    <a:lstStyle/>
                    <a:p>
                      <a:endParaRPr lang="zh-CN"/>
                    </a:p>
                  </a:txBody>
                  <a:tcPr/>
                </a:tc>
                <a:tc rowSpan="4">
                  <a:txBody>
                    <a:bodyPr/>
                    <a:lstStyle/>
                    <a:p>
                      <a:pPr algn="ctr"/>
                      <a:r>
                        <a:rPr sz="1400" dirty="0">
                          <a:solidFill>
                            <a:sysClr val="windowText" lastClr="000000"/>
                          </a:solidFill>
                          <a:latin typeface="微软雅黑" panose="020B0503020204020204" charset="-122"/>
                          <a:ea typeface="微软雅黑" panose="020B0503020204020204" charset="-122"/>
                        </a:rPr>
                        <a:t>端到端</a:t>
                      </a:r>
                      <a:endParaRPr lang="en-US" sz="1400" dirty="0">
                        <a:solidFill>
                          <a:sysClr val="windowText" lastClr="000000"/>
                        </a:solidFill>
                        <a:latin typeface="微软雅黑" panose="020B0503020204020204" charset="-122"/>
                        <a:ea typeface="微软雅黑" panose="020B0503020204020204" charset="-122"/>
                      </a:endParaRPr>
                    </a:p>
                    <a:p>
                      <a:pPr algn="ctr"/>
                      <a:r>
                        <a:rPr sz="1400" dirty="0">
                          <a:solidFill>
                            <a:sysClr val="windowText" lastClr="000000"/>
                          </a:solidFill>
                          <a:latin typeface="微软雅黑" panose="020B0503020204020204" charset="-122"/>
                          <a:ea typeface="微软雅黑" panose="020B0503020204020204" charset="-122"/>
                        </a:rPr>
                        <a:t>测试</a:t>
                      </a:r>
                    </a:p>
                  </a:txBody>
                  <a:tcPr anchor="ctr"/>
                </a:tc>
                <a:tc>
                  <a:txBody>
                    <a:bodyPr/>
                    <a:lstStyle/>
                    <a:p>
                      <a:pPr algn="ctr"/>
                      <a:r>
                        <a:rPr sz="1400" dirty="0">
                          <a:solidFill>
                            <a:sysClr val="windowText" lastClr="000000"/>
                          </a:solidFill>
                          <a:latin typeface="微软雅黑" panose="020B0503020204020204" charset="-122"/>
                          <a:ea typeface="微软雅黑" panose="020B0503020204020204" charset="-122"/>
                        </a:rPr>
                        <a:t>设备注册</a:t>
                      </a:r>
                    </a:p>
                  </a:txBody>
                  <a:tcPr anchor="ctr"/>
                </a:tc>
                <a:tc>
                  <a:txBody>
                    <a:bodyPr/>
                    <a:lstStyle/>
                    <a:p>
                      <a:pPr algn="ctr"/>
                      <a:r>
                        <a:rPr sz="1200" dirty="0" err="1">
                          <a:solidFill>
                            <a:sysClr val="windowText" lastClr="000000"/>
                          </a:solidFill>
                          <a:latin typeface="微软雅黑" panose="020B0503020204020204" charset="-122"/>
                          <a:ea typeface="微软雅黑" panose="020B0503020204020204" charset="-122"/>
                        </a:rPr>
                        <a:t>设备正常添加，状态为已激活，在线</a:t>
                      </a:r>
                      <a:endParaRPr sz="1200" dirty="0">
                        <a:solidFill>
                          <a:sysClr val="windowText" lastClr="000000"/>
                        </a:solidFill>
                        <a:latin typeface="微软雅黑" panose="020B0503020204020204" charset="-122"/>
                        <a:ea typeface="微软雅黑" panose="020B0503020204020204" charset="-122"/>
                      </a:endParaRPr>
                    </a:p>
                  </a:txBody>
                  <a:tcPr anchor="ctr"/>
                </a:tc>
                <a:tc>
                  <a:txBody>
                    <a:bodyPr/>
                    <a:lstStyle/>
                    <a:p>
                      <a:pPr algn="ctr"/>
                      <a:endParaRPr sz="1600" dirty="0">
                        <a:solidFill>
                          <a:sysClr val="windowText" lastClr="000000"/>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3"/>
                  </a:ext>
                </a:extLst>
              </a:tr>
              <a:tr h="311192">
                <a:tc vMerge="1">
                  <a:txBody>
                    <a:bodyPr/>
                    <a:lstStyle/>
                    <a:p>
                      <a:endParaRPr lang="zh-CN"/>
                    </a:p>
                  </a:txBody>
                  <a:tcPr/>
                </a:tc>
                <a:tc vMerge="1">
                  <a:txBody>
                    <a:bodyPr/>
                    <a:lstStyle/>
                    <a:p>
                      <a:endParaRPr lang="zh-CN"/>
                    </a:p>
                  </a:txBody>
                  <a:tcPr/>
                </a:tc>
                <a:tc>
                  <a:txBody>
                    <a:bodyPr/>
                    <a:lstStyle/>
                    <a:p>
                      <a:pPr algn="ctr"/>
                      <a:r>
                        <a:rPr sz="1400" dirty="0">
                          <a:solidFill>
                            <a:sysClr val="windowText" lastClr="000000"/>
                          </a:solidFill>
                          <a:latin typeface="微软雅黑" panose="020B0503020204020204" charset="-122"/>
                          <a:ea typeface="微软雅黑" panose="020B0503020204020204" charset="-122"/>
                        </a:rPr>
                        <a:t>数据上报</a:t>
                      </a:r>
                    </a:p>
                  </a:txBody>
                  <a:tcPr anchor="ctr"/>
                </a:tc>
                <a:tc>
                  <a:txBody>
                    <a:bodyPr/>
                    <a:lstStyle/>
                    <a:p>
                      <a:pPr algn="ctr"/>
                      <a:r>
                        <a:rPr sz="1200" dirty="0" err="1">
                          <a:solidFill>
                            <a:sysClr val="windowText" lastClr="000000"/>
                          </a:solidFill>
                          <a:latin typeface="微软雅黑" panose="020B0503020204020204" charset="-122"/>
                          <a:ea typeface="微软雅黑" panose="020B0503020204020204" charset="-122"/>
                        </a:rPr>
                        <a:t>数据查询查看有数据展示</a:t>
                      </a:r>
                      <a:endParaRPr sz="1200" dirty="0">
                        <a:solidFill>
                          <a:sysClr val="windowText" lastClr="000000"/>
                        </a:solidFill>
                        <a:latin typeface="微软雅黑" panose="020B0503020204020204" charset="-122"/>
                        <a:ea typeface="微软雅黑" panose="020B0503020204020204" charset="-122"/>
                      </a:endParaRPr>
                    </a:p>
                  </a:txBody>
                  <a:tcPr anchor="ctr"/>
                </a:tc>
                <a:tc>
                  <a:txBody>
                    <a:bodyPr/>
                    <a:lstStyle/>
                    <a:p>
                      <a:pPr algn="ctr"/>
                      <a:endParaRPr sz="1600" dirty="0">
                        <a:solidFill>
                          <a:sysClr val="windowText" lastClr="000000"/>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4"/>
                  </a:ext>
                </a:extLst>
              </a:tr>
              <a:tr h="424353">
                <a:tc vMerge="1">
                  <a:txBody>
                    <a:bodyPr/>
                    <a:lstStyle/>
                    <a:p>
                      <a:endParaRPr lang="zh-CN"/>
                    </a:p>
                  </a:txBody>
                  <a:tcPr/>
                </a:tc>
                <a:tc vMerge="1">
                  <a:txBody>
                    <a:bodyPr/>
                    <a:lstStyle/>
                    <a:p>
                      <a:endParaRPr lang="zh-CN"/>
                    </a:p>
                  </a:txBody>
                  <a:tcPr/>
                </a:tc>
                <a:tc>
                  <a:txBody>
                    <a:bodyPr/>
                    <a:lstStyle/>
                    <a:p>
                      <a:pPr algn="ctr"/>
                      <a:r>
                        <a:rPr sz="1400">
                          <a:solidFill>
                            <a:sysClr val="windowText" lastClr="000000"/>
                          </a:solidFill>
                          <a:latin typeface="微软雅黑" panose="020B0503020204020204" charset="-122"/>
                          <a:ea typeface="微软雅黑" panose="020B0503020204020204" charset="-122"/>
                        </a:rPr>
                        <a:t>命令下发</a:t>
                      </a:r>
                    </a:p>
                  </a:txBody>
                  <a:tcPr anchor="ctr"/>
                </a:tc>
                <a:tc>
                  <a:txBody>
                    <a:bodyPr/>
                    <a:lstStyle/>
                    <a:p>
                      <a:pPr algn="ctr"/>
                      <a:r>
                        <a:rPr sz="1200" dirty="0">
                          <a:solidFill>
                            <a:sysClr val="windowText" lastClr="000000"/>
                          </a:solidFill>
                          <a:latin typeface="微软雅黑" panose="020B0503020204020204" charset="-122"/>
                          <a:ea typeface="微软雅黑" panose="020B0503020204020204" charset="-122"/>
                        </a:rPr>
                        <a:t>平台下发或接口调用下发指令成功，指令日志可见指令状态为已送达或已完成</a:t>
                      </a:r>
                    </a:p>
                  </a:txBody>
                  <a:tcPr anchor="ctr"/>
                </a:tc>
                <a:tc>
                  <a:txBody>
                    <a:bodyPr/>
                    <a:lstStyle/>
                    <a:p>
                      <a:pPr algn="ctr"/>
                      <a:endParaRPr sz="1600" dirty="0">
                        <a:solidFill>
                          <a:sysClr val="windowText" lastClr="000000"/>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5"/>
                  </a:ext>
                </a:extLst>
              </a:tr>
              <a:tr h="311192">
                <a:tc vMerge="1">
                  <a:txBody>
                    <a:bodyPr/>
                    <a:lstStyle/>
                    <a:p>
                      <a:endParaRPr lang="zh-CN"/>
                    </a:p>
                  </a:txBody>
                  <a:tcPr/>
                </a:tc>
                <a:tc vMerge="1">
                  <a:txBody>
                    <a:bodyPr/>
                    <a:lstStyle/>
                    <a:p>
                      <a:endParaRPr lang="zh-CN"/>
                    </a:p>
                  </a:txBody>
                  <a:tcPr/>
                </a:tc>
                <a:tc>
                  <a:txBody>
                    <a:bodyPr/>
                    <a:lstStyle/>
                    <a:p>
                      <a:pPr algn="ctr"/>
                      <a:r>
                        <a:rPr sz="1400" dirty="0">
                          <a:solidFill>
                            <a:sysClr val="windowText" lastClr="000000"/>
                          </a:solidFill>
                          <a:latin typeface="微软雅黑" panose="020B0503020204020204" charset="-122"/>
                          <a:ea typeface="微软雅黑" panose="020B0503020204020204" charset="-122"/>
                        </a:rPr>
                        <a:t>北向推送</a:t>
                      </a:r>
                    </a:p>
                  </a:txBody>
                  <a:tcPr anchor="ctr"/>
                </a:tc>
                <a:tc>
                  <a:txBody>
                    <a:bodyPr/>
                    <a:lstStyle/>
                    <a:p>
                      <a:pPr algn="ctr"/>
                      <a:r>
                        <a:rPr sz="1200" dirty="0" err="1">
                          <a:solidFill>
                            <a:sysClr val="windowText" lastClr="000000"/>
                          </a:solidFill>
                          <a:latin typeface="微软雅黑" panose="020B0503020204020204" charset="-122"/>
                          <a:ea typeface="微软雅黑" panose="020B0503020204020204" charset="-122"/>
                        </a:rPr>
                        <a:t>消息跟踪可见推送成功或应用侧接收到推送数据</a:t>
                      </a:r>
                      <a:endParaRPr sz="1200" dirty="0">
                        <a:solidFill>
                          <a:sysClr val="windowText" lastClr="000000"/>
                        </a:solidFill>
                        <a:latin typeface="微软雅黑" panose="020B0503020204020204" charset="-122"/>
                        <a:ea typeface="微软雅黑" panose="020B0503020204020204" charset="-122"/>
                      </a:endParaRPr>
                    </a:p>
                  </a:txBody>
                  <a:tcPr anchor="ctr"/>
                </a:tc>
                <a:tc>
                  <a:txBody>
                    <a:bodyPr/>
                    <a:lstStyle/>
                    <a:p>
                      <a:pPr algn="ctr"/>
                      <a:endParaRPr sz="1600">
                        <a:solidFill>
                          <a:sysClr val="windowText" lastClr="000000"/>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6"/>
                  </a:ext>
                </a:extLst>
              </a:tr>
              <a:tr h="311192">
                <a:tc>
                  <a:txBody>
                    <a:bodyPr/>
                    <a:lstStyle/>
                    <a:p>
                      <a:pPr algn="ctr"/>
                      <a:r>
                        <a:rPr sz="1400" dirty="0" err="1">
                          <a:solidFill>
                            <a:sysClr val="windowText" lastClr="000000"/>
                          </a:solidFill>
                          <a:latin typeface="微软雅黑" panose="020B0503020204020204" charset="-122"/>
                          <a:ea typeface="微软雅黑" panose="020B0503020204020204" charset="-122"/>
                        </a:rPr>
                        <a:t>客户测试结论</a:t>
                      </a:r>
                      <a:endParaRPr sz="1400" dirty="0">
                        <a:solidFill>
                          <a:sysClr val="windowText" lastClr="000000"/>
                        </a:solidFill>
                        <a:latin typeface="微软雅黑" panose="020B0503020204020204" charset="-122"/>
                        <a:ea typeface="微软雅黑" panose="020B0503020204020204" charset="-122"/>
                      </a:endParaRPr>
                    </a:p>
                  </a:txBody>
                  <a:tcPr anchor="ctr"/>
                </a:tc>
                <a:tc gridSpan="2">
                  <a:txBody>
                    <a:bodyPr/>
                    <a:lstStyle/>
                    <a:p>
                      <a:pPr algn="ctr"/>
                      <a:endParaRPr sz="1400" dirty="0">
                        <a:solidFill>
                          <a:sysClr val="windowText" lastClr="000000"/>
                        </a:solidFill>
                        <a:latin typeface="微软雅黑" panose="020B0503020204020204" charset="-122"/>
                        <a:ea typeface="微软雅黑" panose="020B0503020204020204" charset="-122"/>
                      </a:endParaRPr>
                    </a:p>
                  </a:txBody>
                  <a:tcPr anchor="ctr"/>
                </a:tc>
                <a:tc hMerge="1">
                  <a:txBody>
                    <a:bodyPr/>
                    <a:lstStyle/>
                    <a:p>
                      <a:endParaRPr lang="zh-CN"/>
                    </a:p>
                  </a:txBody>
                  <a:tcPr/>
                </a:tc>
                <a:tc>
                  <a:txBody>
                    <a:bodyPr/>
                    <a:lstStyle/>
                    <a:p>
                      <a:pPr algn="ctr"/>
                      <a:endParaRPr sz="1200" dirty="0">
                        <a:solidFill>
                          <a:sysClr val="windowText" lastClr="000000"/>
                        </a:solidFill>
                        <a:latin typeface="微软雅黑" panose="020B0503020204020204" charset="-122"/>
                        <a:ea typeface="微软雅黑" panose="020B0503020204020204" charset="-122"/>
                      </a:endParaRPr>
                    </a:p>
                  </a:txBody>
                  <a:tcPr anchor="ctr"/>
                </a:tc>
                <a:tc>
                  <a:txBody>
                    <a:bodyPr/>
                    <a:lstStyle/>
                    <a:p>
                      <a:pPr algn="ctr"/>
                      <a:endParaRPr sz="1600" dirty="0">
                        <a:solidFill>
                          <a:sysClr val="windowText" lastClr="000000"/>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7"/>
                  </a:ext>
                </a:extLst>
              </a:tr>
            </a:tbl>
          </a:graphicData>
        </a:graphic>
      </p:graphicFrame>
      <p:sp>
        <p:nvSpPr>
          <p:cNvPr id="3" name="文本框 2">
            <a:extLst>
              <a:ext uri="{FF2B5EF4-FFF2-40B4-BE49-F238E27FC236}">
                <a16:creationId xmlns:a16="http://schemas.microsoft.com/office/drawing/2014/main" id="{EAEA0520-864F-9DDA-0AFB-1970B1BD4A23}"/>
              </a:ext>
            </a:extLst>
          </p:cNvPr>
          <p:cNvSpPr txBox="1"/>
          <p:nvPr/>
        </p:nvSpPr>
        <p:spPr>
          <a:xfrm>
            <a:off x="4363427" y="3623847"/>
            <a:ext cx="6096000" cy="307777"/>
          </a:xfrm>
          <a:prstGeom prst="rect">
            <a:avLst/>
          </a:prstGeom>
          <a:noFill/>
        </p:spPr>
        <p:txBody>
          <a:bodyPr wrap="square">
            <a:spAutoFit/>
          </a:bodyPr>
          <a:lstStyle/>
          <a:p>
            <a:r>
              <a:rPr lang="zh-CN" altLang="en-US" sz="1400" b="1" dirty="0">
                <a:solidFill>
                  <a:srgbClr val="000000"/>
                </a:solidFill>
                <a:latin typeface="微软雅黑" panose="020B0503020204020204" charset="-122"/>
                <a:ea typeface="微软雅黑" panose="020B0503020204020204" charset="-122"/>
              </a:rPr>
              <a:t>表</a:t>
            </a:r>
            <a:r>
              <a:rPr lang="en-US" altLang="zh-CN" sz="1400" b="1" dirty="0">
                <a:solidFill>
                  <a:srgbClr val="000000"/>
                </a:solidFill>
                <a:latin typeface="微软雅黑" panose="020B0503020204020204" charset="-122"/>
                <a:ea typeface="微软雅黑" panose="020B0503020204020204" charset="-122"/>
              </a:rPr>
              <a:t>1</a:t>
            </a:r>
            <a:r>
              <a:rPr lang="zh-CN" altLang="en-US" sz="1400" b="1" dirty="0">
                <a:solidFill>
                  <a:srgbClr val="000000"/>
                </a:solidFill>
                <a:latin typeface="微软雅黑" panose="020B0503020204020204" charset="-122"/>
                <a:ea typeface="微软雅黑" panose="020B0503020204020204" charset="-122"/>
              </a:rPr>
              <a:t>：迁移结果验证表单</a:t>
            </a:r>
            <a:endParaRPr lang="zh-CN" altLang="en-US" sz="14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BCF8D-EA90-B416-AFE7-E87F58DD0CEB}"/>
            </a:ext>
          </a:extLst>
        </p:cNvPr>
        <p:cNvGrpSpPr/>
        <p:nvPr/>
      </p:nvGrpSpPr>
      <p:grpSpPr>
        <a:xfrm>
          <a:off x="0" y="0"/>
          <a:ext cx="0" cy="0"/>
          <a:chOff x="0" y="0"/>
          <a:chExt cx="0" cy="0"/>
        </a:xfrm>
      </p:grpSpPr>
      <p:sp>
        <p:nvSpPr>
          <p:cNvPr id="66" name="标题 1">
            <a:extLst>
              <a:ext uri="{FF2B5EF4-FFF2-40B4-BE49-F238E27FC236}">
                <a16:creationId xmlns:a16="http://schemas.microsoft.com/office/drawing/2014/main" id="{D8DCA0C3-ED63-2923-B6CB-FD8E84DD6096}"/>
              </a:ext>
            </a:extLst>
          </p:cNvPr>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选取批量迁移设备清单</a:t>
            </a:r>
            <a:endParaRPr lang="zh-CN" altLang="en-US" sz="2400" b="1" dirty="0">
              <a:solidFill>
                <a:srgbClr val="C00000"/>
              </a:solidFill>
              <a:latin typeface="微软雅黑" panose="020B0503020204020204" charset="-122"/>
              <a:ea typeface="微软雅黑" panose="020B0503020204020204" charset="-122"/>
            </a:endParaRPr>
          </a:p>
        </p:txBody>
      </p:sp>
      <p:sp>
        <p:nvSpPr>
          <p:cNvPr id="3" name="矩形 2">
            <a:extLst>
              <a:ext uri="{FF2B5EF4-FFF2-40B4-BE49-F238E27FC236}">
                <a16:creationId xmlns:a16="http://schemas.microsoft.com/office/drawing/2014/main" id="{3D8B23ED-8376-E19F-7D85-DC5120631D9D}"/>
              </a:ext>
            </a:extLst>
          </p:cNvPr>
          <p:cNvSpPr/>
          <p:nvPr/>
        </p:nvSpPr>
        <p:spPr>
          <a:xfrm>
            <a:off x="4653532" y="1522027"/>
            <a:ext cx="2749472" cy="369332"/>
          </a:xfrm>
          <a:prstGeom prst="rect">
            <a:avLst/>
          </a:prstGeom>
        </p:spPr>
        <p:txBody>
          <a:bodyPr wrap="none">
            <a:spAutoFit/>
          </a:bodyPr>
          <a:lstStyle/>
          <a:p>
            <a:pPr algn="ctr" fontAlgn="b"/>
            <a:r>
              <a:rPr lang="zh-CN" altLang="en-US" b="1" dirty="0">
                <a:solidFill>
                  <a:srgbClr val="000000"/>
                </a:solidFill>
                <a:latin typeface="微软雅黑" panose="020B0503020204020204" charset="-122"/>
                <a:ea typeface="微软雅黑" panose="020B0503020204020204" charset="-122"/>
              </a:rPr>
              <a:t>表</a:t>
            </a:r>
            <a:r>
              <a:rPr lang="en-US" altLang="zh-CN" b="1" dirty="0">
                <a:solidFill>
                  <a:srgbClr val="000000"/>
                </a:solidFill>
                <a:latin typeface="微软雅黑" panose="020B0503020204020204" charset="-122"/>
                <a:ea typeface="微软雅黑" panose="020B0503020204020204" charset="-122"/>
              </a:rPr>
              <a:t>2</a:t>
            </a:r>
            <a:r>
              <a:rPr lang="zh-CN" altLang="en-US" b="1" dirty="0">
                <a:solidFill>
                  <a:srgbClr val="000000"/>
                </a:solidFill>
                <a:latin typeface="微软雅黑" panose="020B0503020204020204" charset="-122"/>
                <a:ea typeface="微软雅黑" panose="020B0503020204020204" charset="-122"/>
              </a:rPr>
              <a:t>：迁移设备信息表</a:t>
            </a:r>
            <a:r>
              <a:rPr lang="en-US" altLang="zh-CN" b="1" dirty="0">
                <a:solidFill>
                  <a:srgbClr val="000000"/>
                </a:solidFill>
                <a:latin typeface="微软雅黑" panose="020B0503020204020204" charset="-122"/>
                <a:ea typeface="微软雅黑" panose="020B0503020204020204" charset="-122"/>
              </a:rPr>
              <a:t>     </a:t>
            </a:r>
            <a:endParaRPr lang="zh-CN" altLang="en-US" b="1" dirty="0">
              <a:solidFill>
                <a:srgbClr val="000000"/>
              </a:solidFill>
              <a:latin typeface="微软雅黑" panose="020B0503020204020204" charset="-122"/>
              <a:ea typeface="微软雅黑" panose="020B0503020204020204" charset="-122"/>
            </a:endParaRPr>
          </a:p>
        </p:txBody>
      </p:sp>
      <p:graphicFrame>
        <p:nvGraphicFramePr>
          <p:cNvPr id="4" name="表格 3">
            <a:extLst>
              <a:ext uri="{FF2B5EF4-FFF2-40B4-BE49-F238E27FC236}">
                <a16:creationId xmlns:a16="http://schemas.microsoft.com/office/drawing/2014/main" id="{15F64F99-9770-3A7D-1652-02F54FF50BFD}"/>
              </a:ext>
            </a:extLst>
          </p:cNvPr>
          <p:cNvGraphicFramePr/>
          <p:nvPr>
            <p:extLst>
              <p:ext uri="{D42A27DB-BD31-4B8C-83A1-F6EECF244321}">
                <p14:modId xmlns:p14="http://schemas.microsoft.com/office/powerpoint/2010/main" val="977124250"/>
              </p:ext>
            </p:extLst>
          </p:nvPr>
        </p:nvGraphicFramePr>
        <p:xfrm>
          <a:off x="482902" y="1938914"/>
          <a:ext cx="11090731" cy="2141741"/>
        </p:xfrm>
        <a:graphic>
          <a:graphicData uri="http://schemas.openxmlformats.org/drawingml/2006/table">
            <a:tbl>
              <a:tblPr/>
              <a:tblGrid>
                <a:gridCol w="957178">
                  <a:extLst>
                    <a:ext uri="{9D8B030D-6E8A-4147-A177-3AD203B41FA5}">
                      <a16:colId xmlns:a16="http://schemas.microsoft.com/office/drawing/2014/main" val="20000"/>
                    </a:ext>
                  </a:extLst>
                </a:gridCol>
                <a:gridCol w="1500480">
                  <a:extLst>
                    <a:ext uri="{9D8B030D-6E8A-4147-A177-3AD203B41FA5}">
                      <a16:colId xmlns:a16="http://schemas.microsoft.com/office/drawing/2014/main" val="20001"/>
                    </a:ext>
                  </a:extLst>
                </a:gridCol>
                <a:gridCol w="1382647">
                  <a:extLst>
                    <a:ext uri="{9D8B030D-6E8A-4147-A177-3AD203B41FA5}">
                      <a16:colId xmlns:a16="http://schemas.microsoft.com/office/drawing/2014/main" val="20002"/>
                    </a:ext>
                  </a:extLst>
                </a:gridCol>
                <a:gridCol w="1252182">
                  <a:extLst>
                    <a:ext uri="{9D8B030D-6E8A-4147-A177-3AD203B41FA5}">
                      <a16:colId xmlns:a16="http://schemas.microsoft.com/office/drawing/2014/main" val="1489825475"/>
                    </a:ext>
                  </a:extLst>
                </a:gridCol>
                <a:gridCol w="1252182">
                  <a:extLst>
                    <a:ext uri="{9D8B030D-6E8A-4147-A177-3AD203B41FA5}">
                      <a16:colId xmlns:a16="http://schemas.microsoft.com/office/drawing/2014/main" val="20003"/>
                    </a:ext>
                  </a:extLst>
                </a:gridCol>
                <a:gridCol w="1275892">
                  <a:extLst>
                    <a:ext uri="{9D8B030D-6E8A-4147-A177-3AD203B41FA5}">
                      <a16:colId xmlns:a16="http://schemas.microsoft.com/office/drawing/2014/main" val="20004"/>
                    </a:ext>
                  </a:extLst>
                </a:gridCol>
                <a:gridCol w="1735085">
                  <a:extLst>
                    <a:ext uri="{9D8B030D-6E8A-4147-A177-3AD203B41FA5}">
                      <a16:colId xmlns:a16="http://schemas.microsoft.com/office/drawing/2014/main" val="20005"/>
                    </a:ext>
                  </a:extLst>
                </a:gridCol>
                <a:gridCol w="1735085">
                  <a:extLst>
                    <a:ext uri="{9D8B030D-6E8A-4147-A177-3AD203B41FA5}">
                      <a16:colId xmlns:a16="http://schemas.microsoft.com/office/drawing/2014/main" val="1745716650"/>
                    </a:ext>
                  </a:extLst>
                </a:gridCol>
              </a:tblGrid>
              <a:tr h="475756">
                <a:tc gridSpan="4">
                  <a:txBody>
                    <a:bodyPr/>
                    <a:lstStyle/>
                    <a:p>
                      <a:pPr indent="0" algn="ctr">
                        <a:buNone/>
                      </a:pPr>
                      <a:r>
                        <a:rPr lang="zh-CN" sz="1400" b="1" dirty="0">
                          <a:solidFill>
                            <a:srgbClr val="000000"/>
                          </a:solidFill>
                          <a:latin typeface="+mn-ea"/>
                        </a:rPr>
                        <a:t>设备信息</a:t>
                      </a:r>
                      <a:endParaRPr lang="zh-CN" altLang="en-US" sz="1400" b="1" dirty="0">
                        <a:solidFill>
                          <a:srgbClr val="000000"/>
                        </a:solidFill>
                        <a:latin typeface="+mn-ea"/>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pPr indent="0" algn="ctr">
                        <a:buNone/>
                      </a:pPr>
                      <a:endParaRPr lang="zh-CN" altLang="en-US" sz="1400" b="1" dirty="0">
                        <a:solidFill>
                          <a:srgbClr val="000000"/>
                        </a:solidFill>
                        <a:latin typeface="+mn-ea"/>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indent="0" algn="ctr">
                        <a:buNone/>
                      </a:pPr>
                      <a:r>
                        <a:rPr lang="zh-CN" sz="1400" b="1" dirty="0">
                          <a:solidFill>
                            <a:srgbClr val="000000"/>
                          </a:solidFill>
                          <a:latin typeface="+mn-ea"/>
                        </a:rPr>
                        <a:t>号卡信息</a:t>
                      </a:r>
                      <a:endParaRPr lang="zh-CN" altLang="en-US" sz="1400" b="1" dirty="0">
                        <a:solidFill>
                          <a:srgbClr val="000000"/>
                        </a:solidFill>
                        <a:latin typeface="+mn-ea"/>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lstStyle/>
                    <a:p>
                      <a:pPr indent="0" algn="ctr">
                        <a:buNone/>
                      </a:pPr>
                      <a:endParaRPr lang="zh-CN" altLang="en-US" sz="1400" b="1" dirty="0">
                        <a:solidFill>
                          <a:srgbClr val="000000"/>
                        </a:solidFill>
                        <a:latin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6406">
                <a:tc>
                  <a:txBody>
                    <a:bodyPr/>
                    <a:lstStyle/>
                    <a:p>
                      <a:pPr indent="0" algn="ctr">
                        <a:buNone/>
                      </a:pPr>
                      <a:r>
                        <a:rPr lang="en-US" sz="1100" b="1">
                          <a:solidFill>
                            <a:srgbClr val="000000"/>
                          </a:solidFill>
                          <a:latin typeface="+mn-ea"/>
                          <a:cs typeface="+mn-ea"/>
                        </a:rPr>
                        <a:t>IMEI</a:t>
                      </a:r>
                      <a:r>
                        <a:rPr lang="en-US" sz="1100" b="1">
                          <a:solidFill>
                            <a:srgbClr val="FF0000"/>
                          </a:solidFill>
                          <a:latin typeface="+mn-ea"/>
                          <a:cs typeface="+mn-ea"/>
                        </a:rPr>
                        <a:t>（必填）</a:t>
                      </a:r>
                      <a:endParaRPr lang="en-US" altLang="en-US" sz="1100" b="1">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100" b="1">
                          <a:solidFill>
                            <a:srgbClr val="000000"/>
                          </a:solidFill>
                          <a:latin typeface="+mn-ea"/>
                          <a:cs typeface="+mn-ea"/>
                        </a:rPr>
                        <a:t>NB网关设备ID（选填）</a:t>
                      </a:r>
                      <a:endParaRPr lang="zh-CN" altLang="en-US" sz="1100" b="1">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100" b="1" dirty="0">
                          <a:solidFill>
                            <a:srgbClr val="000000"/>
                          </a:solidFill>
                          <a:latin typeface="+mn-ea"/>
                          <a:cs typeface="+mn-ea"/>
                        </a:rPr>
                        <a:t>设备名称</a:t>
                      </a:r>
                      <a:endParaRPr lang="zh-CN" altLang="en-US" sz="1100" b="1" dirty="0">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dirty="0">
                          <a:solidFill>
                            <a:srgbClr val="000000"/>
                          </a:solidFill>
                          <a:latin typeface="+mn-ea"/>
                          <a:cs typeface="+mn-ea"/>
                        </a:rPr>
                        <a:t>NB</a:t>
                      </a:r>
                      <a:r>
                        <a:rPr lang="zh-CN" altLang="en-US" sz="1100" b="1" dirty="0">
                          <a:solidFill>
                            <a:srgbClr val="000000"/>
                          </a:solidFill>
                          <a:latin typeface="+mn-ea"/>
                          <a:cs typeface="+mn-ea"/>
                        </a:rPr>
                        <a:t>网关设备</a:t>
                      </a:r>
                      <a:r>
                        <a:rPr lang="en-US" altLang="zh-CN" sz="1100" b="1" dirty="0" err="1">
                          <a:solidFill>
                            <a:srgbClr val="000000"/>
                          </a:solidFill>
                          <a:latin typeface="+mn-ea"/>
                          <a:cs typeface="+mn-ea"/>
                        </a:rPr>
                        <a:t>lastonlineTime</a:t>
                      </a:r>
                      <a:endParaRPr lang="en-US" altLang="en-US" sz="1100" b="1" dirty="0">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buNone/>
                      </a:pPr>
                      <a:r>
                        <a:rPr lang="en-US" sz="1100" b="1" dirty="0" err="1">
                          <a:solidFill>
                            <a:srgbClr val="000000"/>
                          </a:solidFill>
                          <a:latin typeface="+mn-ea"/>
                          <a:cs typeface="+mn-ea"/>
                        </a:rPr>
                        <a:t>MDN</a:t>
                      </a:r>
                      <a:endParaRPr lang="en-US" altLang="en-US" sz="1100" b="1" dirty="0">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100" b="1">
                          <a:solidFill>
                            <a:srgbClr val="000000"/>
                          </a:solidFill>
                          <a:latin typeface="+mn-ea"/>
                          <a:cs typeface="+mn-ea"/>
                        </a:rPr>
                        <a:t>ICCID</a:t>
                      </a:r>
                      <a:endParaRPr lang="zh-CN" altLang="en-US" sz="1100" b="1">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100" b="1" dirty="0">
                          <a:solidFill>
                            <a:srgbClr val="000000"/>
                          </a:solidFill>
                          <a:latin typeface="+mn-ea"/>
                          <a:cs typeface="+mn-ea"/>
                        </a:rPr>
                        <a:t>IMSI</a:t>
                      </a:r>
                      <a:endParaRPr lang="zh-CN" altLang="en-US" sz="1100" b="1" dirty="0">
                        <a:solidFill>
                          <a:srgbClr val="000000"/>
                        </a:solidFill>
                        <a:latin typeface="+mn-ea"/>
                        <a:cs typeface="+mn-ea"/>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b="1" dirty="0">
                          <a:solidFill>
                            <a:srgbClr val="000000"/>
                          </a:solidFill>
                          <a:latin typeface="+mn-ea"/>
                        </a:rPr>
                        <a:t>本批次是否迁移</a:t>
                      </a:r>
                      <a:endParaRPr lang="en-US" altLang="zh-CN" sz="1100" b="1" dirty="0">
                        <a:solidFill>
                          <a:srgbClr val="000000"/>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b="1" dirty="0">
                          <a:solidFill>
                            <a:srgbClr val="000000"/>
                          </a:solidFill>
                          <a:latin typeface="+mn-ea"/>
                        </a:rPr>
                        <a:t>（</a:t>
                      </a:r>
                      <a:r>
                        <a:rPr lang="zh-CN" altLang="en-US" sz="1100" b="1" dirty="0">
                          <a:solidFill>
                            <a:srgbClr val="FF0000"/>
                          </a:solidFill>
                          <a:latin typeface="+mn-ea"/>
                          <a:cs typeface="+mn-ea"/>
                        </a:rPr>
                        <a:t>客户选择</a:t>
                      </a:r>
                      <a:r>
                        <a:rPr lang="zh-CN" altLang="en-US" sz="1100" b="1" dirty="0">
                          <a:solidFill>
                            <a:srgbClr val="000000"/>
                          </a:solidFill>
                          <a:latin typeface="+mn-ea"/>
                        </a:rPr>
                        <a:t>）</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193">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0" dirty="0">
                          <a:solidFill>
                            <a:srgbClr val="000000"/>
                          </a:solidFill>
                          <a:latin typeface="+mn-ea"/>
                        </a:rPr>
                        <a:t>本批次迁移设备总数</a:t>
                      </a: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b="0" dirty="0">
                          <a:solidFill>
                            <a:srgbClr val="000000"/>
                          </a:solidFill>
                          <a:latin typeface="+mn-ea"/>
                        </a:rPr>
                        <a:t>A</a:t>
                      </a: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pPr indent="0">
                        <a:buNone/>
                      </a:pP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3193">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0" dirty="0">
                          <a:solidFill>
                            <a:srgbClr val="000000"/>
                          </a:solidFill>
                          <a:latin typeface="+mn-ea"/>
                        </a:rPr>
                        <a:t>本批次迁移前设备在线总数</a:t>
                      </a: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0">
                        <a:buNone/>
                      </a:pPr>
                      <a:r>
                        <a:rPr lang="en-US" altLang="en-US" sz="1100" b="0" dirty="0">
                          <a:solidFill>
                            <a:srgbClr val="000000"/>
                          </a:solidFill>
                          <a:latin typeface="+mn-ea"/>
                        </a:rPr>
                        <a:t>B</a:t>
                      </a:r>
                    </a:p>
                  </a:txBody>
                  <a:tcPr marL="12700" marR="12700" marT="12700" anchor="b">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41315543"/>
                  </a:ext>
                </a:extLst>
              </a:tr>
              <a:tr h="353193">
                <a:tc gridSpan="4">
                  <a:txBody>
                    <a:bodyPr/>
                    <a:lstStyle/>
                    <a:p>
                      <a:pPr indent="0">
                        <a:buNone/>
                      </a:pPr>
                      <a:r>
                        <a:rPr lang="zh-CN" altLang="en-US" sz="1100" b="0" dirty="0">
                          <a:solidFill>
                            <a:srgbClr val="000000"/>
                          </a:solidFill>
                          <a:latin typeface="+mn-ea"/>
                        </a:rPr>
                        <a:t>本批次迁移前设备在线率</a:t>
                      </a:r>
                      <a:endParaRPr lang="en-US" altLang="en-US" sz="1100" b="0" dirty="0">
                        <a:solidFill>
                          <a:srgbClr val="000000"/>
                        </a:solidFill>
                        <a:latin typeface="+mn-ea"/>
                      </a:endParaRPr>
                    </a:p>
                  </a:txBody>
                  <a:tcPr marL="12700" marR="12700" marT="12700" anchor="b">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b="0" dirty="0">
                          <a:solidFill>
                            <a:srgbClr val="000000"/>
                          </a:solidFill>
                          <a:latin typeface="+mn-ea"/>
                        </a:rPr>
                        <a:t>B/A*100%</a:t>
                      </a:r>
                    </a:p>
                  </a:txBody>
                  <a:tcPr marL="12700" marR="12700" marT="12700" anchor="b">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11072633"/>
                  </a:ext>
                </a:extLst>
              </a:tr>
            </a:tbl>
          </a:graphicData>
        </a:graphic>
      </p:graphicFrame>
      <p:sp>
        <p:nvSpPr>
          <p:cNvPr id="5" name="文本框 4">
            <a:extLst>
              <a:ext uri="{FF2B5EF4-FFF2-40B4-BE49-F238E27FC236}">
                <a16:creationId xmlns:a16="http://schemas.microsoft.com/office/drawing/2014/main" id="{2E3503CF-10D3-36E3-A7F3-941B3657BC8F}"/>
              </a:ext>
            </a:extLst>
          </p:cNvPr>
          <p:cNvSpPr txBox="1"/>
          <p:nvPr/>
        </p:nvSpPr>
        <p:spPr>
          <a:xfrm>
            <a:off x="335359" y="1151164"/>
            <a:ext cx="9879628" cy="369332"/>
          </a:xfrm>
          <a:prstGeom prst="rect">
            <a:avLst/>
          </a:prstGeom>
          <a:ln w="12700">
            <a:prstDash val="solid"/>
          </a:ln>
        </p:spPr>
        <p:txBody>
          <a:bodyPr wrap="none">
            <a:spAutoFit/>
          </a:bodyPr>
          <a:lstStyle/>
          <a:p>
            <a:r>
              <a:rPr lang="zh-CN" dirty="0">
                <a:latin typeface="微软雅黑" panose="020B0503020204020204" charset="-122"/>
                <a:ea typeface="微软雅黑" panose="020B0503020204020204" charset="-122"/>
              </a:rPr>
              <a:t>工作目标：</a:t>
            </a:r>
            <a:r>
              <a:rPr lang="zh-CN" altLang="en-US" dirty="0">
                <a:latin typeface="微软雅黑" panose="020B0503020204020204" charset="-122"/>
                <a:ea typeface="微软雅黑" panose="020B0503020204020204" charset="-122"/>
              </a:rPr>
              <a:t>制定批量迁移计划，从天翼物联导出提供的设备清单里，选取本批次迁移的设备清单</a:t>
            </a:r>
            <a:endParaRPr dirty="0">
              <a:latin typeface="微软雅黑" panose="020B0503020204020204" charset="-122"/>
              <a:ea typeface="微软雅黑" panose="020B0503020204020204" charset="-122"/>
            </a:endParaRPr>
          </a:p>
        </p:txBody>
      </p:sp>
      <p:sp>
        <p:nvSpPr>
          <p:cNvPr id="2" name="文本框 1">
            <a:extLst>
              <a:ext uri="{FF2B5EF4-FFF2-40B4-BE49-F238E27FC236}">
                <a16:creationId xmlns:a16="http://schemas.microsoft.com/office/drawing/2014/main" id="{0DDADA5D-68B4-1CDD-0B49-014F75A645DD}"/>
              </a:ext>
            </a:extLst>
          </p:cNvPr>
          <p:cNvSpPr txBox="1"/>
          <p:nvPr/>
        </p:nvSpPr>
        <p:spPr>
          <a:xfrm>
            <a:off x="335359" y="4499073"/>
            <a:ext cx="11723649" cy="1885516"/>
          </a:xfrm>
          <a:prstGeom prst="rect">
            <a:avLst/>
          </a:prstGeom>
          <a:ln w="12700">
            <a:prstDash val="solid"/>
          </a:ln>
        </p:spPr>
        <p:txBody>
          <a:bodyPr wrap="square">
            <a:spAutoFit/>
          </a:bodyPr>
          <a:lstStyle/>
          <a:p>
            <a:r>
              <a:rPr lang="zh-CN" altLang="en-US" sz="1400" dirty="0">
                <a:latin typeface="微软雅黑" panose="020B0503020204020204" charset="-122"/>
                <a:ea typeface="微软雅黑" panose="020B0503020204020204" charset="-122"/>
              </a:rPr>
              <a:t>备注：</a:t>
            </a:r>
            <a:endParaRPr lang="en-US" altLang="zh-CN" sz="1400" dirty="0">
              <a:latin typeface="微软雅黑" panose="020B0503020204020204" charset="-122"/>
              <a:ea typeface="微软雅黑" panose="020B050302020402020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charset="-122"/>
                <a:ea typeface="微软雅黑" panose="020B0503020204020204" charset="-122"/>
              </a:rPr>
              <a:t>迁移前</a:t>
            </a:r>
            <a:r>
              <a:rPr lang="en-US" altLang="zh-CN" sz="1400" dirty="0">
                <a:latin typeface="微软雅黑" panose="020B0503020204020204" charset="-122"/>
                <a:ea typeface="微软雅黑" panose="020B0503020204020204" charset="-122"/>
              </a:rPr>
              <a:t>1</a:t>
            </a:r>
            <a:r>
              <a:rPr lang="zh-CN" altLang="en-US" sz="1400" dirty="0">
                <a:latin typeface="微软雅黑" panose="020B0503020204020204" charset="-122"/>
                <a:ea typeface="微软雅黑" panose="020B0503020204020204" charset="-122"/>
              </a:rPr>
              <a:t>天，天翼物联查询更新该批次设备在</a:t>
            </a:r>
            <a:r>
              <a:rPr lang="en-US" altLang="zh-CN" sz="1400" dirty="0">
                <a:latin typeface="微软雅黑" panose="020B0503020204020204" charset="-122"/>
                <a:ea typeface="微软雅黑" panose="020B0503020204020204" charset="-122"/>
              </a:rPr>
              <a:t>NB</a:t>
            </a:r>
            <a:r>
              <a:rPr lang="zh-CN" altLang="en-US" sz="1400" dirty="0">
                <a:latin typeface="微软雅黑" panose="020B0503020204020204" charset="-122"/>
                <a:ea typeface="微软雅黑" panose="020B0503020204020204" charset="-122"/>
              </a:rPr>
              <a:t>网关的“最后上线时间”</a:t>
            </a:r>
            <a:r>
              <a:rPr lang="en-US" altLang="zh-CN" sz="1400" b="1" dirty="0">
                <a:solidFill>
                  <a:srgbClr val="000000"/>
                </a:solidFill>
                <a:latin typeface="+mn-ea"/>
                <a:cs typeface="+mn-ea"/>
              </a:rPr>
              <a:t> </a:t>
            </a:r>
            <a:r>
              <a:rPr lang="zh-CN" altLang="en-US" sz="1400" dirty="0">
                <a:latin typeface="微软雅黑" panose="020B0503020204020204" charset="-122"/>
                <a:ea typeface="微软雅黑" panose="020B0503020204020204" charset="-122"/>
              </a:rPr>
              <a:t>，以“最后上线时间”</a:t>
            </a:r>
            <a:r>
              <a:rPr lang="zh-CN" altLang="en-US" sz="1400" b="1" dirty="0">
                <a:solidFill>
                  <a:srgbClr val="000000"/>
                </a:solidFill>
                <a:latin typeface="+mn-ea"/>
                <a:cs typeface="+mn-ea"/>
              </a:rPr>
              <a:t>在一个月内</a:t>
            </a:r>
            <a:r>
              <a:rPr lang="zh-CN" altLang="en-US" sz="1400" dirty="0">
                <a:latin typeface="微软雅黑" panose="020B0503020204020204" charset="-122"/>
                <a:ea typeface="微软雅黑" panose="020B0503020204020204" charset="-122"/>
              </a:rPr>
              <a:t>的数量该批次迁移设备总数的比例为迁移前在线率。迁移后，查询统计该批次设备在</a:t>
            </a:r>
            <a:r>
              <a:rPr lang="en-US" altLang="zh-CN" sz="1400" dirty="0">
                <a:latin typeface="微软雅黑" panose="020B0503020204020204" charset="-122"/>
                <a:ea typeface="微软雅黑" panose="020B0503020204020204" charset="-122"/>
              </a:rPr>
              <a:t>AEP</a:t>
            </a:r>
            <a:r>
              <a:rPr lang="zh-CN" altLang="en-US" sz="1400" dirty="0">
                <a:latin typeface="微软雅黑" panose="020B0503020204020204" charset="-122"/>
                <a:ea typeface="微软雅黑" panose="020B0503020204020204" charset="-122"/>
              </a:rPr>
              <a:t>的设备状态，以设备“激活”作为迁移成功的标准，统计激活设备的数量占该批次迁移设备总数的比例作为迁移后在线率。</a:t>
            </a:r>
            <a:endParaRPr lang="en-US" altLang="zh-CN" sz="1400" dirty="0">
              <a:latin typeface="微软雅黑" panose="020B0503020204020204" charset="-122"/>
              <a:ea typeface="微软雅黑" panose="020B050302020402020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charset="-122"/>
                <a:ea typeface="微软雅黑" panose="020B0503020204020204" charset="-122"/>
              </a:rPr>
              <a:t>迁移前</a:t>
            </a:r>
            <a:r>
              <a:rPr lang="en-US" altLang="zh-CN" sz="1400" dirty="0">
                <a:latin typeface="微软雅黑" panose="020B0503020204020204" charset="-122"/>
                <a:ea typeface="微软雅黑" panose="020B0503020204020204" charset="-122"/>
              </a:rPr>
              <a:t>1</a:t>
            </a:r>
            <a:r>
              <a:rPr lang="zh-CN" altLang="en-US" sz="1400" dirty="0">
                <a:latin typeface="微软雅黑" panose="020B0503020204020204" charset="-122"/>
                <a:ea typeface="微软雅黑" panose="020B0503020204020204" charset="-122"/>
              </a:rPr>
              <a:t>天，客户提供</a:t>
            </a:r>
            <a:r>
              <a:rPr lang="en-US" altLang="zh-CN" sz="1400" dirty="0">
                <a:latin typeface="微软雅黑" panose="020B0503020204020204" charset="-122"/>
                <a:ea typeface="微软雅黑" panose="020B0503020204020204" charset="-122"/>
              </a:rPr>
              <a:t>1</a:t>
            </a:r>
            <a:r>
              <a:rPr lang="zh-CN" altLang="en-US" sz="1400" dirty="0">
                <a:latin typeface="微软雅黑" panose="020B0503020204020204" charset="-122"/>
                <a:ea typeface="微软雅黑" panose="020B0503020204020204" charset="-122"/>
              </a:rPr>
              <a:t>个月内该批次设备与</a:t>
            </a:r>
            <a:r>
              <a:rPr lang="en-US" altLang="zh-CN" sz="1400" dirty="0">
                <a:latin typeface="微软雅黑" panose="020B0503020204020204" charset="-122"/>
                <a:ea typeface="微软雅黑" panose="020B0503020204020204" charset="-122"/>
              </a:rPr>
              <a:t>NB</a:t>
            </a:r>
            <a:r>
              <a:rPr lang="zh-CN" altLang="en-US" sz="1400" dirty="0">
                <a:latin typeface="微软雅黑" panose="020B0503020204020204" charset="-122"/>
                <a:ea typeface="微软雅黑" panose="020B0503020204020204" charset="-122"/>
              </a:rPr>
              <a:t>网关有效通信的设备数占该批次迁移设备总数的比例为迁移前在线率，迁移后，客户提供该批次设备与</a:t>
            </a:r>
            <a:r>
              <a:rPr lang="en-US" altLang="zh-CN" sz="1400" dirty="0">
                <a:latin typeface="微软雅黑" panose="020B0503020204020204" charset="-122"/>
                <a:ea typeface="微软雅黑" panose="020B0503020204020204" charset="-122"/>
              </a:rPr>
              <a:t>AEP</a:t>
            </a:r>
            <a:r>
              <a:rPr lang="zh-CN" altLang="en-US" sz="1400" dirty="0">
                <a:latin typeface="微软雅黑" panose="020B0503020204020204" charset="-122"/>
                <a:ea typeface="微软雅黑" panose="020B0503020204020204" charset="-122"/>
              </a:rPr>
              <a:t>有效通信的设备数占该批次迁移设备总数的比例为迁移后在线率；如客户不提供，以</a:t>
            </a:r>
            <a:r>
              <a:rPr lang="en-US" altLang="zh-CN" sz="1400" dirty="0">
                <a:latin typeface="微软雅黑" panose="020B0503020204020204" charset="-122"/>
                <a:ea typeface="微软雅黑" panose="020B0503020204020204" charset="-122"/>
              </a:rPr>
              <a:t>AEP</a:t>
            </a:r>
            <a:r>
              <a:rPr lang="zh-CN" altLang="en-US" sz="1400" dirty="0">
                <a:latin typeface="微软雅黑" panose="020B0503020204020204" charset="-122"/>
                <a:ea typeface="微软雅黑" panose="020B0503020204020204" charset="-122"/>
              </a:rPr>
              <a:t>激活率为准。</a:t>
            </a:r>
            <a:endParaRPr sz="1400"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251138240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批量迁移受理及验证</a:t>
            </a:r>
            <a:endParaRPr lang="zh-CN" altLang="en-US" sz="2400" b="1" dirty="0">
              <a:solidFill>
                <a:srgbClr val="C00000"/>
              </a:solidFill>
              <a:latin typeface="微软雅黑" panose="020B0503020204020204" charset="-122"/>
              <a:ea typeface="微软雅黑" panose="020B0503020204020204" charset="-122"/>
            </a:endParaRPr>
          </a:p>
        </p:txBody>
      </p:sp>
      <p:graphicFrame>
        <p:nvGraphicFramePr>
          <p:cNvPr id="76" name="表格 75"/>
          <p:cNvGraphicFramePr/>
          <p:nvPr>
            <p:extLst>
              <p:ext uri="{D42A27DB-BD31-4B8C-83A1-F6EECF244321}">
                <p14:modId xmlns:p14="http://schemas.microsoft.com/office/powerpoint/2010/main" val="3136504153"/>
              </p:ext>
            </p:extLst>
          </p:nvPr>
        </p:nvGraphicFramePr>
        <p:xfrm>
          <a:off x="412714" y="1703456"/>
          <a:ext cx="10160000" cy="2594946"/>
        </p:xfrm>
        <a:graphic>
          <a:graphicData uri="http://schemas.openxmlformats.org/drawingml/2006/table">
            <a:tbl>
              <a:tblPr firstRow="1" bandRow="1">
                <a:tableStyleId>{5C22544A-7EE6-4342-B048-85BDC9FD1C3A}</a:tableStyleId>
              </a:tblPr>
              <a:tblGrid>
                <a:gridCol w="8826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467100">
                  <a:extLst>
                    <a:ext uri="{9D8B030D-6E8A-4147-A177-3AD203B41FA5}">
                      <a16:colId xmlns:a16="http://schemas.microsoft.com/office/drawing/2014/main" val="20002"/>
                    </a:ext>
                  </a:extLst>
                </a:gridCol>
                <a:gridCol w="2952750">
                  <a:extLst>
                    <a:ext uri="{9D8B030D-6E8A-4147-A177-3AD203B41FA5}">
                      <a16:colId xmlns:a16="http://schemas.microsoft.com/office/drawing/2014/main" val="20003"/>
                    </a:ext>
                  </a:extLst>
                </a:gridCol>
              </a:tblGrid>
              <a:tr h="479501">
                <a:tc>
                  <a:txBody>
                    <a:bodyPr/>
                    <a:lstStyle/>
                    <a:p>
                      <a:pPr algn="ctr"/>
                      <a:r>
                        <a:rPr lang="zh-CN" dirty="0">
                          <a:latin typeface="微软雅黑" panose="020B0503020204020204" charset="-122"/>
                          <a:ea typeface="微软雅黑" panose="020B0503020204020204" charset="-122"/>
                        </a:rPr>
                        <a:t>序号</a:t>
                      </a:r>
                      <a:endParaRPr dirty="0">
                        <a:latin typeface="微软雅黑" panose="020B0503020204020204" charset="-122"/>
                        <a:ea typeface="微软雅黑" panose="020B0503020204020204" charset="-122"/>
                      </a:endParaRPr>
                    </a:p>
                  </a:txBody>
                  <a:tcPr anchor="ctr"/>
                </a:tc>
                <a:tc>
                  <a:txBody>
                    <a:bodyPr/>
                    <a:lstStyle/>
                    <a:p>
                      <a:pPr algn="ctr"/>
                      <a:r>
                        <a:rPr lang="zh-CN">
                          <a:latin typeface="微软雅黑" panose="020B0503020204020204" charset="-122"/>
                          <a:ea typeface="微软雅黑" panose="020B0503020204020204" charset="-122"/>
                        </a:rPr>
                        <a:t>工作项</a:t>
                      </a:r>
                      <a:endParaRPr>
                        <a:latin typeface="微软雅黑" panose="020B0503020204020204" charset="-122"/>
                        <a:ea typeface="微软雅黑" panose="020B0503020204020204" charset="-122"/>
                      </a:endParaRPr>
                    </a:p>
                  </a:txBody>
                  <a:tcPr anchor="ctr"/>
                </a:tc>
                <a:tc>
                  <a:txBody>
                    <a:bodyPr/>
                    <a:lstStyle/>
                    <a:p>
                      <a:pPr algn="ctr"/>
                      <a:r>
                        <a:rPr lang="zh-CN">
                          <a:latin typeface="微软雅黑" panose="020B0503020204020204" charset="-122"/>
                          <a:ea typeface="微软雅黑" panose="020B0503020204020204" charset="-122"/>
                        </a:rPr>
                        <a:t>操作方</a:t>
                      </a:r>
                      <a:endParaRPr>
                        <a:latin typeface="微软雅黑" panose="020B0503020204020204" charset="-122"/>
                        <a:ea typeface="微软雅黑" panose="020B0503020204020204" charset="-122"/>
                      </a:endParaRPr>
                    </a:p>
                  </a:txBody>
                  <a:tcPr anchor="ctr"/>
                </a:tc>
                <a:tc>
                  <a:txBody>
                    <a:bodyPr/>
                    <a:lstStyle/>
                    <a:p>
                      <a:pPr algn="ctr"/>
                      <a:r>
                        <a:rPr lang="zh-CN">
                          <a:latin typeface="微软雅黑" panose="020B0503020204020204" charset="-122"/>
                          <a:ea typeface="微软雅黑" panose="020B0503020204020204" charset="-122"/>
                        </a:rPr>
                        <a:t>备注</a:t>
                      </a:r>
                      <a:endParaRPr>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0"/>
                  </a:ext>
                </a:extLst>
              </a:tr>
              <a:tr h="423089">
                <a:tc>
                  <a:txBody>
                    <a:bodyPr/>
                    <a:lstStyle/>
                    <a:p>
                      <a:pPr algn="ctr"/>
                      <a:r>
                        <a:rPr lang="en-US" sz="1600" dirty="0">
                          <a:latin typeface="微软雅黑" panose="020B0503020204020204" charset="-122"/>
                          <a:ea typeface="微软雅黑" panose="020B0503020204020204" charset="-122"/>
                        </a:rPr>
                        <a:t>1</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客户设备号卡信息整理</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天翼物联</a:t>
                      </a:r>
                      <a:endParaRPr sz="1600" dirty="0">
                        <a:latin typeface="微软雅黑" panose="020B0503020204020204" charset="-122"/>
                        <a:ea typeface="微软雅黑" panose="020B0503020204020204" charset="-122"/>
                      </a:endParaRPr>
                    </a:p>
                  </a:txBody>
                  <a:tcPr anchor="ctr"/>
                </a:tc>
                <a:tc>
                  <a:txBody>
                    <a:bodyPr/>
                    <a:lstStyle/>
                    <a:p>
                      <a:pPr algn="l"/>
                      <a:endParaRPr lang="en-US" sz="160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1"/>
                  </a:ext>
                </a:extLst>
              </a:tr>
              <a:tr h="423089">
                <a:tc>
                  <a:txBody>
                    <a:bodyPr/>
                    <a:lstStyle/>
                    <a:p>
                      <a:pPr algn="ctr"/>
                      <a:r>
                        <a:rPr lang="en-US" sz="1600">
                          <a:latin typeface="微软雅黑" panose="020B0503020204020204" charset="-122"/>
                          <a:ea typeface="微软雅黑" panose="020B0503020204020204" charset="-122"/>
                        </a:rPr>
                        <a:t>2</a:t>
                      </a:r>
                      <a:endParaRPr sz="160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卡</a:t>
                      </a:r>
                      <a:r>
                        <a:rPr lang="en-US" sz="1600" dirty="0">
                          <a:latin typeface="微软雅黑" panose="020B0503020204020204" charset="-122"/>
                          <a:ea typeface="微软雅黑" panose="020B0503020204020204" charset="-122"/>
                        </a:rPr>
                        <a:t>CC</a:t>
                      </a:r>
                      <a:r>
                        <a:rPr lang="zh-CN" sz="1600" dirty="0">
                          <a:latin typeface="微软雅黑" panose="020B0503020204020204" charset="-122"/>
                          <a:ea typeface="微软雅黑" panose="020B0503020204020204" charset="-122"/>
                        </a:rPr>
                        <a:t>值变更受理</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天翼物联</a:t>
                      </a:r>
                      <a:endParaRPr sz="1600" dirty="0">
                        <a:latin typeface="微软雅黑" panose="020B0503020204020204" charset="-122"/>
                        <a:ea typeface="微软雅黑" panose="020B0503020204020204" charset="-122"/>
                      </a:endParaRPr>
                    </a:p>
                  </a:txBody>
                  <a:tcPr anchor="ctr"/>
                </a:tc>
                <a:tc>
                  <a:txBody>
                    <a:bodyPr/>
                    <a:lstStyle/>
                    <a:p>
                      <a:pPr algn="l"/>
                      <a:endParaRPr lang="en-US"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2"/>
                  </a:ext>
                </a:extLst>
              </a:tr>
              <a:tr h="423089">
                <a:tc>
                  <a:txBody>
                    <a:bodyPr/>
                    <a:lstStyle/>
                    <a:p>
                      <a:pPr algn="ctr"/>
                      <a:r>
                        <a:rPr lang="en-US" sz="1600">
                          <a:latin typeface="微软雅黑" panose="020B0503020204020204" charset="-122"/>
                          <a:ea typeface="微软雅黑" panose="020B0503020204020204" charset="-122"/>
                        </a:rPr>
                        <a:t>3</a:t>
                      </a:r>
                      <a:endParaRPr sz="160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业务受理稽核</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天翼物联</a:t>
                      </a:r>
                      <a:endParaRPr sz="1600" dirty="0">
                        <a:latin typeface="微软雅黑" panose="020B0503020204020204" charset="-122"/>
                        <a:ea typeface="微软雅黑" panose="020B0503020204020204" charset="-122"/>
                      </a:endParaRPr>
                    </a:p>
                  </a:txBody>
                  <a:tcPr anchor="ctr"/>
                </a:tc>
                <a:tc>
                  <a:txBody>
                    <a:bodyPr/>
                    <a:lstStyle/>
                    <a:p>
                      <a:pPr algn="l"/>
                      <a:endParaRPr lang="en-US"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3"/>
                  </a:ext>
                </a:extLst>
              </a:tr>
              <a:tr h="423089">
                <a:tc>
                  <a:txBody>
                    <a:bodyPr/>
                    <a:lstStyle/>
                    <a:p>
                      <a:pPr algn="ctr"/>
                      <a:r>
                        <a:rPr lang="en-US" sz="1600">
                          <a:latin typeface="微软雅黑" panose="020B0503020204020204" charset="-122"/>
                          <a:ea typeface="微软雅黑" panose="020B0503020204020204" charset="-122"/>
                        </a:rPr>
                        <a:t>4</a:t>
                      </a:r>
                      <a:endParaRPr sz="160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卡踢下线</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天翼物联</a:t>
                      </a:r>
                      <a:endParaRPr sz="1600" dirty="0">
                        <a:latin typeface="微软雅黑" panose="020B0503020204020204" charset="-122"/>
                        <a:ea typeface="微软雅黑" panose="020B0503020204020204" charset="-122"/>
                      </a:endParaRPr>
                    </a:p>
                  </a:txBody>
                  <a:tcPr anchor="ctr"/>
                </a:tc>
                <a:tc>
                  <a:txBody>
                    <a:bodyPr/>
                    <a:lstStyle/>
                    <a:p>
                      <a:pPr algn="l"/>
                      <a:r>
                        <a:rPr lang="zh-CN" altLang="en-US" sz="1600" dirty="0">
                          <a:latin typeface="微软雅黑" panose="020B0503020204020204" charset="-122"/>
                          <a:ea typeface="微软雅黑" panose="020B0503020204020204" charset="-122"/>
                        </a:rPr>
                        <a:t>按需</a:t>
                      </a:r>
                    </a:p>
                  </a:txBody>
                  <a:tcPr anchor="ctr"/>
                </a:tc>
                <a:extLst>
                  <a:ext uri="{0D108BD9-81ED-4DB2-BD59-A6C34878D82A}">
                    <a16:rowId xmlns:a16="http://schemas.microsoft.com/office/drawing/2014/main" val="10004"/>
                  </a:ext>
                </a:extLst>
              </a:tr>
              <a:tr h="423089">
                <a:tc>
                  <a:txBody>
                    <a:bodyPr/>
                    <a:lstStyle/>
                    <a:p>
                      <a:pPr algn="ctr"/>
                      <a:r>
                        <a:rPr lang="en-US" sz="1600" dirty="0">
                          <a:latin typeface="微软雅黑" panose="020B0503020204020204" charset="-122"/>
                          <a:ea typeface="微软雅黑" panose="020B0503020204020204" charset="-122"/>
                        </a:rPr>
                        <a:t>5</a:t>
                      </a:r>
                      <a:endParaRPr sz="1600" dirty="0">
                        <a:latin typeface="微软雅黑" panose="020B0503020204020204" charset="-122"/>
                        <a:ea typeface="微软雅黑" panose="020B0503020204020204" charset="-122"/>
                      </a:endParaRPr>
                    </a:p>
                  </a:txBody>
                  <a:tcPr anchor="ctr"/>
                </a:tc>
                <a:tc>
                  <a:txBody>
                    <a:bodyPr/>
                    <a:lstStyle/>
                    <a:p>
                      <a:pPr algn="l"/>
                      <a:r>
                        <a:rPr lang="zh-CN" altLang="en-US" sz="1600" dirty="0">
                          <a:latin typeface="微软雅黑" panose="020B0503020204020204" charset="-122"/>
                          <a:ea typeface="微软雅黑" panose="020B0503020204020204" charset="-122"/>
                        </a:rPr>
                        <a:t>验证迁移结果</a:t>
                      </a:r>
                      <a:endParaRPr sz="1600" dirty="0">
                        <a:latin typeface="微软雅黑" panose="020B0503020204020204" charset="-122"/>
                        <a:ea typeface="微软雅黑" panose="020B0503020204020204" charset="-122"/>
                      </a:endParaRPr>
                    </a:p>
                  </a:txBody>
                  <a:tcPr anchor="ctr"/>
                </a:tc>
                <a:tc>
                  <a:txBody>
                    <a:bodyPr/>
                    <a:lstStyle/>
                    <a:p>
                      <a:pPr algn="l"/>
                      <a:r>
                        <a:rPr lang="zh-CN" altLang="en-US" sz="1600" dirty="0">
                          <a:latin typeface="微软雅黑" panose="020B0503020204020204" charset="-122"/>
                          <a:ea typeface="微软雅黑" panose="020B0503020204020204" charset="-122"/>
                        </a:rPr>
                        <a:t>客户</a:t>
                      </a:r>
                      <a:endParaRPr sz="1600" dirty="0">
                        <a:latin typeface="微软雅黑" panose="020B0503020204020204" charset="-122"/>
                        <a:ea typeface="微软雅黑" panose="020B0503020204020204" charset="-122"/>
                      </a:endParaRPr>
                    </a:p>
                  </a:txBody>
                  <a:tcPr anchor="ctr"/>
                </a:tc>
                <a:tc>
                  <a:txBody>
                    <a:bodyPr/>
                    <a:lstStyle/>
                    <a:p>
                      <a:pPr algn="l"/>
                      <a:r>
                        <a:rPr lang="zh-CN" altLang="en-US" sz="1600" dirty="0">
                          <a:latin typeface="微软雅黑" panose="020B0503020204020204" charset="-122"/>
                          <a:ea typeface="微软雅黑" panose="020B0503020204020204" charset="-122"/>
                        </a:rPr>
                        <a:t>迁移第二天进行验证</a:t>
                      </a:r>
                    </a:p>
                  </a:txBody>
                  <a:tcPr anchor="ctr"/>
                </a:tc>
                <a:extLst>
                  <a:ext uri="{0D108BD9-81ED-4DB2-BD59-A6C34878D82A}">
                    <a16:rowId xmlns:a16="http://schemas.microsoft.com/office/drawing/2014/main" val="1008309873"/>
                  </a:ext>
                </a:extLst>
              </a:tr>
            </a:tbl>
          </a:graphicData>
        </a:graphic>
      </p:graphicFrame>
      <p:sp>
        <p:nvSpPr>
          <p:cNvPr id="77" name="文本框 76"/>
          <p:cNvSpPr txBox="1"/>
          <p:nvPr/>
        </p:nvSpPr>
        <p:spPr>
          <a:xfrm>
            <a:off x="335359" y="1019000"/>
            <a:ext cx="4431213" cy="369332"/>
          </a:xfrm>
          <a:prstGeom prst="rect">
            <a:avLst/>
          </a:prstGeom>
          <a:ln w="12700">
            <a:prstDash val="solid"/>
          </a:ln>
        </p:spPr>
        <p:txBody>
          <a:bodyPr wrap="none">
            <a:spAutoFit/>
          </a:bodyPr>
          <a:lstStyle/>
          <a:p>
            <a:r>
              <a:rPr lang="zh-CN" dirty="0">
                <a:latin typeface="微软雅黑" panose="020B0503020204020204" charset="-122"/>
                <a:ea typeface="微软雅黑" panose="020B0503020204020204" charset="-122"/>
              </a:rPr>
              <a:t>工作目标：完成设备迁移</a:t>
            </a:r>
            <a:r>
              <a:rPr lang="zh-CN" altLang="en-US" dirty="0">
                <a:latin typeface="微软雅黑" panose="020B0503020204020204" charset="-122"/>
                <a:ea typeface="微软雅黑" panose="020B0503020204020204" charset="-122"/>
              </a:rPr>
              <a:t>，验证迁移结果</a:t>
            </a:r>
            <a:endParaRPr dirty="0">
              <a:latin typeface="微软雅黑" panose="020B0503020204020204" charset="-122"/>
              <a:ea typeface="微软雅黑" panose="020B0503020204020204"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2400" dirty="0">
                <a:latin typeface="微软雅黑" panose="020B0503020204020204" charset="-122"/>
                <a:ea typeface="微软雅黑" panose="020B0503020204020204" charset="-122"/>
              </a:rPr>
              <a:t>端到端验证清单及标准</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客户</a:t>
            </a:r>
          </a:p>
        </p:txBody>
      </p:sp>
      <p:graphicFrame>
        <p:nvGraphicFramePr>
          <p:cNvPr id="7" name="表格 6"/>
          <p:cNvGraphicFramePr/>
          <p:nvPr>
            <p:extLst>
              <p:ext uri="{D42A27DB-BD31-4B8C-83A1-F6EECF244321}">
                <p14:modId xmlns:p14="http://schemas.microsoft.com/office/powerpoint/2010/main" val="2348727756"/>
              </p:ext>
            </p:extLst>
          </p:nvPr>
        </p:nvGraphicFramePr>
        <p:xfrm>
          <a:off x="710565" y="965200"/>
          <a:ext cx="10382250" cy="5794375"/>
        </p:xfrm>
        <a:graphic>
          <a:graphicData uri="http://schemas.openxmlformats.org/drawingml/2006/table">
            <a:tbl>
              <a:tblPr/>
              <a:tblGrid>
                <a:gridCol w="217297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173220">
                  <a:extLst>
                    <a:ext uri="{9D8B030D-6E8A-4147-A177-3AD203B41FA5}">
                      <a16:colId xmlns:a16="http://schemas.microsoft.com/office/drawing/2014/main" val="20002"/>
                    </a:ext>
                  </a:extLst>
                </a:gridCol>
                <a:gridCol w="1369060">
                  <a:extLst>
                    <a:ext uri="{9D8B030D-6E8A-4147-A177-3AD203B41FA5}">
                      <a16:colId xmlns:a16="http://schemas.microsoft.com/office/drawing/2014/main" val="20003"/>
                    </a:ext>
                  </a:extLst>
                </a:gridCol>
              </a:tblGrid>
              <a:tr h="405130">
                <a:tc>
                  <a:txBody>
                    <a:bodyPr/>
                    <a:lstStyle/>
                    <a:p>
                      <a:pPr indent="0" algn="ctr">
                        <a:buNone/>
                      </a:pPr>
                      <a:r>
                        <a:rPr lang="zh-CN" sz="1600" b="1" dirty="0">
                          <a:solidFill>
                            <a:schemeClr val="bg1"/>
                          </a:solidFill>
                          <a:latin typeface="微软雅黑" panose="020B0503020204020204" pitchFamily="34" charset="-122"/>
                          <a:ea typeface="微软雅黑" panose="020B0503020204020204" pitchFamily="34" charset="-122"/>
                        </a:rPr>
                        <a:t>关键功能测试项</a:t>
                      </a:r>
                      <a:endParaRPr lang="zh-CN" altLang="en-US" sz="1600" b="1" dirty="0">
                        <a:solidFill>
                          <a:schemeClr val="bg1"/>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p>
                      <a:pPr indent="0" algn="ctr">
                        <a:buNone/>
                      </a:pPr>
                      <a:r>
                        <a:rPr lang="zh-CN" sz="1600" b="1" dirty="0">
                          <a:solidFill>
                            <a:schemeClr val="bg1"/>
                          </a:solidFill>
                          <a:latin typeface="微软雅黑" panose="020B0503020204020204" pitchFamily="34" charset="-122"/>
                          <a:ea typeface="微软雅黑" panose="020B0503020204020204" pitchFamily="34" charset="-122"/>
                        </a:rPr>
                        <a:t>验收标准</a:t>
                      </a:r>
                      <a:endParaRPr lang="zh-CN" altLang="en-US" sz="1600" b="1" dirty="0">
                        <a:solidFill>
                          <a:schemeClr val="bg1"/>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p>
                      <a:pPr indent="0" algn="ctr">
                        <a:buNone/>
                      </a:pPr>
                      <a:r>
                        <a:rPr lang="zh-CN" sz="1600" b="1" dirty="0">
                          <a:solidFill>
                            <a:schemeClr val="bg1"/>
                          </a:solidFill>
                          <a:latin typeface="微软雅黑" panose="020B0503020204020204" pitchFamily="34" charset="-122"/>
                          <a:ea typeface="微软雅黑" panose="020B0503020204020204" pitchFamily="34" charset="-122"/>
                        </a:rPr>
                        <a:t>示例图</a:t>
                      </a:r>
                      <a:endParaRPr lang="zh-CN" altLang="en-US" sz="1600" b="1" dirty="0">
                        <a:solidFill>
                          <a:schemeClr val="bg1"/>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p>
                      <a:pPr indent="0" algn="ctr">
                        <a:buNone/>
                      </a:pPr>
                      <a:r>
                        <a:rPr lang="zh-CN" sz="1600" b="1" dirty="0">
                          <a:solidFill>
                            <a:schemeClr val="bg1"/>
                          </a:solidFill>
                          <a:latin typeface="微软雅黑" panose="020B0503020204020204" pitchFamily="34" charset="-122"/>
                          <a:ea typeface="微软雅黑" panose="020B0503020204020204" pitchFamily="34" charset="-122"/>
                        </a:rPr>
                        <a:t>测试结果</a:t>
                      </a:r>
                      <a:endParaRPr lang="zh-CN" altLang="en-US" sz="1600" b="1" dirty="0">
                        <a:solidFill>
                          <a:schemeClr val="bg1"/>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914400">
                <a:tc>
                  <a:txBody>
                    <a:bodyPr/>
                    <a:lstStyle/>
                    <a:p>
                      <a:pPr indent="0" algn="ctr">
                        <a:buNone/>
                      </a:pPr>
                      <a:r>
                        <a:rPr lang="zh-CN" sz="1600" b="0">
                          <a:solidFill>
                            <a:srgbClr val="000000"/>
                          </a:solidFill>
                          <a:latin typeface="微软雅黑" panose="020B0503020204020204" pitchFamily="34" charset="-122"/>
                          <a:ea typeface="微软雅黑" panose="020B0503020204020204" pitchFamily="34" charset="-122"/>
                          <a:cs typeface="+mn-ea"/>
                        </a:rPr>
                        <a:t>Portal访问</a:t>
                      </a:r>
                      <a:endParaRPr lang="zh-CN" altLang="en-US" sz="1600" b="0">
                        <a:solidFill>
                          <a:srgbClr val="000000"/>
                        </a:solidFill>
                        <a:latin typeface="微软雅黑" panose="020B0503020204020204" pitchFamily="34" charset="-122"/>
                        <a:ea typeface="微软雅黑" panose="020B0503020204020204" pitchFamily="34" charset="-122"/>
                        <a:cs typeface="+mn-ea"/>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dirty="0">
                          <a:solidFill>
                            <a:srgbClr val="000000"/>
                          </a:solidFill>
                          <a:latin typeface="微软雅黑" panose="020B0503020204020204" pitchFamily="34" charset="-122"/>
                          <a:ea typeface="微软雅黑" panose="020B0503020204020204" pitchFamily="34" charset="-122"/>
                        </a:rPr>
                        <a:t>正常访问登录控制台</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23900">
                <a:tc>
                  <a:txBody>
                    <a:bodyPr/>
                    <a:lstStyle/>
                    <a:p>
                      <a:pPr indent="0" algn="ctr">
                        <a:buNone/>
                      </a:pPr>
                      <a:r>
                        <a:rPr lang="zh-CN" sz="1600" b="0">
                          <a:solidFill>
                            <a:srgbClr val="000000"/>
                          </a:solidFill>
                          <a:latin typeface="微软雅黑" panose="020B0503020204020204" pitchFamily="34" charset="-122"/>
                          <a:ea typeface="微软雅黑" panose="020B0503020204020204" pitchFamily="34" charset="-122"/>
                        </a:rPr>
                        <a:t>设备注册</a:t>
                      </a:r>
                      <a:endParaRPr lang="zh-CN" altLang="en-US" sz="16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微软雅黑" panose="020B0503020204020204" pitchFamily="34" charset="-122"/>
                          <a:ea typeface="微软雅黑" panose="020B0503020204020204" pitchFamily="34" charset="-122"/>
                        </a:rPr>
                        <a:t>设备正常添加，状态为已激活，在线</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77900">
                <a:tc>
                  <a:txBody>
                    <a:bodyPr/>
                    <a:lstStyle/>
                    <a:p>
                      <a:pPr indent="0" algn="ctr">
                        <a:buNone/>
                      </a:pPr>
                      <a:r>
                        <a:rPr lang="zh-CN" sz="1600" b="0">
                          <a:solidFill>
                            <a:srgbClr val="000000"/>
                          </a:solidFill>
                          <a:latin typeface="微软雅黑" panose="020B0503020204020204" pitchFamily="34" charset="-122"/>
                          <a:ea typeface="微软雅黑" panose="020B0503020204020204" pitchFamily="34" charset="-122"/>
                        </a:rPr>
                        <a:t>数据上报</a:t>
                      </a:r>
                      <a:endParaRPr lang="zh-CN" altLang="en-US" sz="16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微软雅黑" panose="020B0503020204020204" pitchFamily="34" charset="-122"/>
                          <a:ea typeface="微软雅黑" panose="020B0503020204020204" pitchFamily="34" charset="-122"/>
                        </a:rPr>
                        <a:t>数据查询查看有数据展示</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2300">
                <a:tc>
                  <a:txBody>
                    <a:bodyPr/>
                    <a:lstStyle/>
                    <a:p>
                      <a:pPr indent="0" algn="ctr">
                        <a:buNone/>
                      </a:pPr>
                      <a:r>
                        <a:rPr lang="zh-CN" sz="1600" b="0">
                          <a:solidFill>
                            <a:srgbClr val="000000"/>
                          </a:solidFill>
                          <a:latin typeface="微软雅黑" panose="020B0503020204020204" pitchFamily="34" charset="-122"/>
                          <a:ea typeface="微软雅黑" panose="020B0503020204020204" pitchFamily="34" charset="-122"/>
                        </a:rPr>
                        <a:t>命令下发</a:t>
                      </a:r>
                      <a:endParaRPr lang="zh-CN" altLang="en-US" sz="16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dirty="0">
                          <a:solidFill>
                            <a:srgbClr val="000000"/>
                          </a:solidFill>
                          <a:latin typeface="微软雅黑" panose="020B0503020204020204" pitchFamily="34" charset="-122"/>
                          <a:ea typeface="微软雅黑" panose="020B0503020204020204" pitchFamily="34" charset="-122"/>
                        </a:rPr>
                        <a:t>平台下发或接口调用下发指令成功，指令日志可见指令状态为已送达或已完成</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83945">
                <a:tc>
                  <a:txBody>
                    <a:bodyPr/>
                    <a:lstStyle/>
                    <a:p>
                      <a:pPr indent="0" algn="ctr">
                        <a:buNone/>
                      </a:pPr>
                      <a:r>
                        <a:rPr lang="zh-CN" sz="1600" b="0">
                          <a:solidFill>
                            <a:srgbClr val="000000"/>
                          </a:solidFill>
                          <a:latin typeface="微软雅黑" panose="020B0503020204020204" pitchFamily="34" charset="-122"/>
                          <a:ea typeface="微软雅黑" panose="020B0503020204020204" pitchFamily="34" charset="-122"/>
                        </a:rPr>
                        <a:t>北向推送</a:t>
                      </a:r>
                      <a:endParaRPr lang="zh-CN" altLang="en-US" sz="16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dirty="0">
                          <a:solidFill>
                            <a:srgbClr val="000000"/>
                          </a:solidFill>
                          <a:latin typeface="微软雅黑" panose="020B0503020204020204" pitchFamily="34" charset="-122"/>
                          <a:ea typeface="微软雅黑" panose="020B0503020204020204" pitchFamily="34" charset="-122"/>
                        </a:rPr>
                        <a:t>消息跟踪可见推送成功或客户应用侧接收到设备推送数据</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990600">
                <a:tc>
                  <a:txBody>
                    <a:bodyPr/>
                    <a:lstStyle/>
                    <a:p>
                      <a:pPr indent="0" algn="ctr">
                        <a:buNone/>
                      </a:pPr>
                      <a:r>
                        <a:rPr lang="zh-CN" sz="1600" b="0">
                          <a:solidFill>
                            <a:srgbClr val="000000"/>
                          </a:solidFill>
                          <a:latin typeface="微软雅黑" panose="020B0503020204020204" pitchFamily="34" charset="-122"/>
                          <a:ea typeface="微软雅黑" panose="020B0503020204020204" pitchFamily="34" charset="-122"/>
                          <a:cs typeface="+mn-ea"/>
                        </a:rPr>
                        <a:t>开放API接口</a:t>
                      </a:r>
                      <a:endParaRPr lang="zh-CN" altLang="en-US" sz="1600" b="0">
                        <a:solidFill>
                          <a:srgbClr val="000000"/>
                        </a:solidFill>
                        <a:latin typeface="微软雅黑" panose="020B0503020204020204" pitchFamily="34" charset="-122"/>
                        <a:ea typeface="微软雅黑" panose="020B0503020204020204" pitchFamily="34" charset="-122"/>
                        <a:cs typeface="+mn-ea"/>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sz="1400" b="0">
                          <a:solidFill>
                            <a:srgbClr val="000000"/>
                          </a:solidFill>
                          <a:latin typeface="微软雅黑" panose="020B0503020204020204" pitchFamily="34" charset="-122"/>
                          <a:ea typeface="微软雅黑" panose="020B0503020204020204" pitchFamily="34" charset="-122"/>
                        </a:rPr>
                        <a:t>在线调试或客户应用系统调用平台任意功能接口成功</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100" b="0" dirty="0">
                        <a:solidFill>
                          <a:srgbClr val="000000"/>
                        </a:solidFill>
                        <a:latin typeface="微软雅黑" panose="020B0503020204020204" pitchFamily="34" charset="-122"/>
                        <a:ea typeface="微软雅黑" panose="020B0503020204020204" pitchFamily="34" charset="-122"/>
                      </a:endParaRPr>
                    </a:p>
                  </a:txBody>
                  <a:tcPr marL="12700" marR="12700" marT="12700" anchor="ctr">
                    <a:lnL w="1905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pic>
        <p:nvPicPr>
          <p:cNvPr id="8" name="图片 7"/>
          <p:cNvPicPr/>
          <p:nvPr/>
        </p:nvPicPr>
        <p:blipFill>
          <a:blip r:embed="rId3"/>
          <a:stretch>
            <a:fillRect/>
          </a:stretch>
        </p:blipFill>
        <p:spPr>
          <a:xfrm>
            <a:off x="6762750" y="1372870"/>
            <a:ext cx="2200275" cy="882650"/>
          </a:xfrm>
          <a:prstGeom prst="rect">
            <a:avLst/>
          </a:prstGeom>
          <a:noFill/>
          <a:ln w="9525">
            <a:noFill/>
          </a:ln>
        </p:spPr>
      </p:pic>
      <p:pic>
        <p:nvPicPr>
          <p:cNvPr id="9" name="图片 8"/>
          <p:cNvPicPr/>
          <p:nvPr/>
        </p:nvPicPr>
        <p:blipFill>
          <a:blip r:embed="rId4"/>
          <a:stretch>
            <a:fillRect/>
          </a:stretch>
        </p:blipFill>
        <p:spPr>
          <a:xfrm>
            <a:off x="6300470" y="2296795"/>
            <a:ext cx="3009900" cy="689610"/>
          </a:xfrm>
          <a:prstGeom prst="rect">
            <a:avLst/>
          </a:prstGeom>
          <a:noFill/>
          <a:ln w="9525">
            <a:noFill/>
          </a:ln>
        </p:spPr>
      </p:pic>
      <p:pic>
        <p:nvPicPr>
          <p:cNvPr id="10" name="图片 9"/>
          <p:cNvPicPr/>
          <p:nvPr/>
        </p:nvPicPr>
        <p:blipFill>
          <a:blip r:embed="rId5"/>
          <a:stretch>
            <a:fillRect/>
          </a:stretch>
        </p:blipFill>
        <p:spPr>
          <a:xfrm>
            <a:off x="6019165" y="3021330"/>
            <a:ext cx="3571875" cy="933450"/>
          </a:xfrm>
          <a:prstGeom prst="rect">
            <a:avLst/>
          </a:prstGeom>
          <a:noFill/>
          <a:ln w="9525">
            <a:noFill/>
          </a:ln>
        </p:spPr>
      </p:pic>
      <p:pic>
        <p:nvPicPr>
          <p:cNvPr id="11" name="图片 10"/>
          <p:cNvPicPr/>
          <p:nvPr/>
        </p:nvPicPr>
        <p:blipFill>
          <a:blip r:embed="rId6"/>
          <a:stretch>
            <a:fillRect/>
          </a:stretch>
        </p:blipFill>
        <p:spPr>
          <a:xfrm>
            <a:off x="6019165" y="4057650"/>
            <a:ext cx="3571875" cy="571500"/>
          </a:xfrm>
          <a:prstGeom prst="rect">
            <a:avLst/>
          </a:prstGeom>
          <a:noFill/>
          <a:ln w="9525">
            <a:noFill/>
          </a:ln>
        </p:spPr>
      </p:pic>
      <p:pic>
        <p:nvPicPr>
          <p:cNvPr id="12" name="图片 11"/>
          <p:cNvPicPr/>
          <p:nvPr/>
        </p:nvPicPr>
        <p:blipFill>
          <a:blip r:embed="rId7"/>
          <a:stretch>
            <a:fillRect/>
          </a:stretch>
        </p:blipFill>
        <p:spPr>
          <a:xfrm>
            <a:off x="6762750" y="4720590"/>
            <a:ext cx="2085975" cy="1009650"/>
          </a:xfrm>
          <a:prstGeom prst="rect">
            <a:avLst/>
          </a:prstGeom>
          <a:noFill/>
          <a:ln w="9525">
            <a:noFill/>
          </a:ln>
        </p:spPr>
      </p:pic>
      <p:pic>
        <p:nvPicPr>
          <p:cNvPr id="13" name="图片 12"/>
          <p:cNvPicPr/>
          <p:nvPr/>
        </p:nvPicPr>
        <p:blipFill>
          <a:blip r:embed="rId8"/>
          <a:stretch>
            <a:fillRect/>
          </a:stretch>
        </p:blipFill>
        <p:spPr>
          <a:xfrm>
            <a:off x="6762750" y="5796280"/>
            <a:ext cx="2124075" cy="923290"/>
          </a:xfrm>
          <a:prstGeom prst="rect">
            <a:avLst/>
          </a:prstGeom>
          <a:noFill/>
          <a:ln w="9525">
            <a:noFill/>
          </a:ln>
        </p:spPr>
      </p:pic>
    </p:spTree>
    <p:extLst>
      <p:ext uri="{BB962C8B-B14F-4D97-AF65-F5344CB8AC3E}">
        <p14:creationId xmlns:p14="http://schemas.microsoft.com/office/powerpoint/2010/main" val="280517224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题 1"/>
          <p:cNvSpPr>
            <a:spLocks noGrp="1"/>
          </p:cNvSpPr>
          <p:nvPr>
            <p:ph type="title"/>
          </p:nvPr>
        </p:nvSpPr>
        <p:spPr/>
        <p:txBody>
          <a:bodyPr anchor="ctr">
            <a:noAutofit/>
          </a:bodyPr>
          <a:lstStyle/>
          <a:p>
            <a:pPr>
              <a:buNone/>
            </a:pPr>
            <a:r>
              <a:rPr lang="zh-CN" sz="2400" dirty="0">
                <a:latin typeface="微软雅黑" panose="020B0503020204020204" charset="-122"/>
                <a:ea typeface="微软雅黑" panose="020B0503020204020204" charset="-122"/>
                <a:cs typeface="+mj-cs"/>
              </a:rPr>
              <a:t>故障定位</a:t>
            </a:r>
            <a:endParaRPr lang="zh-CN" sz="2400" b="1" dirty="0">
              <a:solidFill>
                <a:srgbClr val="C00000">
                  <a:alpha val="100000"/>
                </a:srgbClr>
              </a:solidFill>
              <a:latin typeface="微软雅黑" panose="020B0503020204020204" charset="-122"/>
              <a:ea typeface="微软雅黑" panose="020B0503020204020204" charset="-122"/>
              <a:cs typeface="+mj-cs"/>
            </a:endParaRPr>
          </a:p>
        </p:txBody>
      </p:sp>
      <p:sp>
        <p:nvSpPr>
          <p:cNvPr id="51" name="文本框 50"/>
          <p:cNvSpPr txBox="1"/>
          <p:nvPr/>
        </p:nvSpPr>
        <p:spPr>
          <a:xfrm>
            <a:off x="498858" y="1144298"/>
            <a:ext cx="5955476" cy="369332"/>
          </a:xfrm>
          <a:prstGeom prst="rect">
            <a:avLst/>
          </a:prstGeom>
          <a:ln w="12700">
            <a:prstDash val="solid"/>
          </a:ln>
        </p:spPr>
        <p:txBody>
          <a:bodyPr wrap="none">
            <a:spAutoFit/>
          </a:bodyPr>
          <a:lstStyle/>
          <a:p>
            <a:r>
              <a:rPr lang="zh-CN" dirty="0">
                <a:latin typeface="微软雅黑" panose="020B0503020204020204" charset="-122"/>
                <a:ea typeface="微软雅黑" panose="020B0503020204020204" charset="-122"/>
              </a:rPr>
              <a:t>工作目标：针对迁移异常情况，进行故障定位和问题解决</a:t>
            </a:r>
            <a:endParaRPr dirty="0">
              <a:latin typeface="微软雅黑" panose="020B0503020204020204" charset="-122"/>
              <a:ea typeface="微软雅黑" panose="020B0503020204020204" charset="-122"/>
            </a:endParaRPr>
          </a:p>
        </p:txBody>
      </p:sp>
      <p:graphicFrame>
        <p:nvGraphicFramePr>
          <p:cNvPr id="52" name="表格 51"/>
          <p:cNvGraphicFramePr/>
          <p:nvPr>
            <p:extLst>
              <p:ext uri="{D42A27DB-BD31-4B8C-83A1-F6EECF244321}">
                <p14:modId xmlns:p14="http://schemas.microsoft.com/office/powerpoint/2010/main" val="4280361460"/>
              </p:ext>
            </p:extLst>
          </p:nvPr>
        </p:nvGraphicFramePr>
        <p:xfrm>
          <a:off x="490070" y="1877627"/>
          <a:ext cx="9678058" cy="1766298"/>
        </p:xfrm>
        <a:graphic>
          <a:graphicData uri="http://schemas.openxmlformats.org/drawingml/2006/table">
            <a:tbl>
              <a:tblPr firstRow="1" bandRow="1">
                <a:tableStyleId>{5C22544A-7EE6-4342-B048-85BDC9FD1C3A}</a:tableStyleId>
              </a:tblPr>
              <a:tblGrid>
                <a:gridCol w="1185242">
                  <a:extLst>
                    <a:ext uri="{9D8B030D-6E8A-4147-A177-3AD203B41FA5}">
                      <a16:colId xmlns:a16="http://schemas.microsoft.com/office/drawing/2014/main" val="20000"/>
                    </a:ext>
                  </a:extLst>
                </a:gridCol>
                <a:gridCol w="3837116">
                  <a:extLst>
                    <a:ext uri="{9D8B030D-6E8A-4147-A177-3AD203B41FA5}">
                      <a16:colId xmlns:a16="http://schemas.microsoft.com/office/drawing/2014/main" val="20001"/>
                    </a:ext>
                  </a:extLst>
                </a:gridCol>
                <a:gridCol w="4655700">
                  <a:extLst>
                    <a:ext uri="{9D8B030D-6E8A-4147-A177-3AD203B41FA5}">
                      <a16:colId xmlns:a16="http://schemas.microsoft.com/office/drawing/2014/main" val="20002"/>
                    </a:ext>
                  </a:extLst>
                </a:gridCol>
              </a:tblGrid>
              <a:tr h="484308">
                <a:tc>
                  <a:txBody>
                    <a:bodyPr/>
                    <a:lstStyle/>
                    <a:p>
                      <a:pPr algn="ctr"/>
                      <a:r>
                        <a:rPr lang="zh-CN" dirty="0">
                          <a:latin typeface="微软雅黑" panose="020B0503020204020204" charset="-122"/>
                          <a:ea typeface="微软雅黑" panose="020B0503020204020204" charset="-122"/>
                        </a:rPr>
                        <a:t>序号</a:t>
                      </a:r>
                      <a:endParaRPr dirty="0">
                        <a:latin typeface="微软雅黑" panose="020B0503020204020204" charset="-122"/>
                        <a:ea typeface="微软雅黑" panose="020B0503020204020204" charset="-122"/>
                      </a:endParaRPr>
                    </a:p>
                  </a:txBody>
                  <a:tcPr anchor="ctr"/>
                </a:tc>
                <a:tc>
                  <a:txBody>
                    <a:bodyPr/>
                    <a:lstStyle/>
                    <a:p>
                      <a:pPr algn="ctr"/>
                      <a:r>
                        <a:rPr lang="zh-CN">
                          <a:latin typeface="微软雅黑" panose="020B0503020204020204" charset="-122"/>
                          <a:ea typeface="微软雅黑" panose="020B0503020204020204" charset="-122"/>
                        </a:rPr>
                        <a:t>工作项</a:t>
                      </a:r>
                      <a:endParaRPr>
                        <a:latin typeface="微软雅黑" panose="020B0503020204020204" charset="-122"/>
                        <a:ea typeface="微软雅黑" panose="020B0503020204020204" charset="-122"/>
                      </a:endParaRPr>
                    </a:p>
                  </a:txBody>
                  <a:tcPr anchor="ctr"/>
                </a:tc>
                <a:tc>
                  <a:txBody>
                    <a:bodyPr/>
                    <a:lstStyle/>
                    <a:p>
                      <a:pPr algn="ctr"/>
                      <a:r>
                        <a:rPr lang="zh-CN">
                          <a:latin typeface="微软雅黑" panose="020B0503020204020204" charset="-122"/>
                          <a:ea typeface="微软雅黑" panose="020B0503020204020204" charset="-122"/>
                        </a:rPr>
                        <a:t>操作方</a:t>
                      </a:r>
                      <a:endParaRPr>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0"/>
                  </a:ext>
                </a:extLst>
              </a:tr>
              <a:tr h="427330">
                <a:tc>
                  <a:txBody>
                    <a:bodyPr/>
                    <a:lstStyle/>
                    <a:p>
                      <a:pPr algn="ctr"/>
                      <a:r>
                        <a:rPr lang="en-US" sz="1600" dirty="0">
                          <a:latin typeface="微软雅黑" panose="020B0503020204020204" charset="-122"/>
                          <a:ea typeface="微软雅黑" panose="020B0503020204020204" charset="-122"/>
                        </a:rPr>
                        <a:t>1</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平台侧问题处理排查</a:t>
                      </a:r>
                      <a:endParaRPr sz="1600" dirty="0">
                        <a:latin typeface="微软雅黑" panose="020B0503020204020204" charset="-122"/>
                        <a:ea typeface="微软雅黑" panose="020B0503020204020204" charset="-122"/>
                      </a:endParaRPr>
                    </a:p>
                  </a:txBody>
                  <a:tcPr anchor="ctr"/>
                </a:tc>
                <a:tc>
                  <a:txBody>
                    <a:bodyPr/>
                    <a:lstStyle/>
                    <a:p>
                      <a:pPr algn="ctr"/>
                      <a:r>
                        <a:rPr lang="zh-CN" sz="1600" dirty="0">
                          <a:latin typeface="微软雅黑" panose="020B0503020204020204" charset="-122"/>
                          <a:ea typeface="微软雅黑" panose="020B0503020204020204" charset="-122"/>
                        </a:rPr>
                        <a:t>天翼物联</a:t>
                      </a:r>
                      <a:r>
                        <a:rPr lang="en-US" sz="1600" dirty="0">
                          <a:latin typeface="微软雅黑" panose="020B0503020204020204" charset="-122"/>
                          <a:ea typeface="微软雅黑" panose="020B0503020204020204" charset="-122"/>
                        </a:rPr>
                        <a:t>-</a:t>
                      </a:r>
                      <a:r>
                        <a:rPr lang="zh-CN" sz="1600" dirty="0">
                          <a:latin typeface="微软雅黑" panose="020B0503020204020204" charset="-122"/>
                          <a:ea typeface="微软雅黑" panose="020B0503020204020204" charset="-122"/>
                        </a:rPr>
                        <a:t>使能</a:t>
                      </a:r>
                      <a:endParaRPr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2"/>
                  </a:ext>
                </a:extLst>
              </a:tr>
              <a:tr h="427330">
                <a:tc>
                  <a:txBody>
                    <a:bodyPr/>
                    <a:lstStyle/>
                    <a:p>
                      <a:pPr algn="ctr"/>
                      <a:r>
                        <a:rPr lang="en-US" sz="1600" dirty="0">
                          <a:latin typeface="微软雅黑" panose="020B0503020204020204" charset="-122"/>
                          <a:ea typeface="微软雅黑" panose="020B0503020204020204" charset="-122"/>
                        </a:rPr>
                        <a:t>2</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网络侧问题处理排查</a:t>
                      </a:r>
                      <a:endParaRPr sz="1600" dirty="0">
                        <a:latin typeface="微软雅黑" panose="020B0503020204020204" charset="-122"/>
                        <a:ea typeface="微软雅黑" panose="020B0503020204020204" charset="-122"/>
                      </a:endParaRPr>
                    </a:p>
                  </a:txBody>
                  <a:tcPr anchor="ctr"/>
                </a:tc>
                <a:tc>
                  <a:txBody>
                    <a:bodyPr/>
                    <a:lstStyle/>
                    <a:p>
                      <a:pPr algn="ctr"/>
                      <a:r>
                        <a:rPr lang="zh-CN" sz="1600" dirty="0">
                          <a:latin typeface="微软雅黑" panose="020B0503020204020204" charset="-122"/>
                          <a:ea typeface="微软雅黑" panose="020B0503020204020204" charset="-122"/>
                        </a:rPr>
                        <a:t>天翼物联</a:t>
                      </a:r>
                      <a:r>
                        <a:rPr lang="en-US" sz="1600" dirty="0">
                          <a:latin typeface="微软雅黑" panose="020B0503020204020204" charset="-122"/>
                          <a:ea typeface="微软雅黑" panose="020B0503020204020204" charset="-122"/>
                        </a:rPr>
                        <a:t>-</a:t>
                      </a:r>
                      <a:r>
                        <a:rPr lang="zh-CN" sz="1600" dirty="0">
                          <a:latin typeface="微软雅黑" panose="020B0503020204020204" charset="-122"/>
                          <a:ea typeface="微软雅黑" panose="020B0503020204020204" charset="-122"/>
                        </a:rPr>
                        <a:t>智连</a:t>
                      </a:r>
                      <a:endParaRPr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3"/>
                  </a:ext>
                </a:extLst>
              </a:tr>
              <a:tr h="427330">
                <a:tc>
                  <a:txBody>
                    <a:bodyPr/>
                    <a:lstStyle/>
                    <a:p>
                      <a:pPr algn="ctr"/>
                      <a:r>
                        <a:rPr lang="en-US" sz="1600" dirty="0">
                          <a:latin typeface="微软雅黑" panose="020B0503020204020204" charset="-122"/>
                          <a:ea typeface="微软雅黑" panose="020B0503020204020204" charset="-122"/>
                        </a:rPr>
                        <a:t>3</a:t>
                      </a:r>
                      <a:endParaRPr sz="1600" dirty="0">
                        <a:latin typeface="微软雅黑" panose="020B0503020204020204" charset="-122"/>
                        <a:ea typeface="微软雅黑" panose="020B0503020204020204" charset="-122"/>
                      </a:endParaRPr>
                    </a:p>
                  </a:txBody>
                  <a:tcPr anchor="ctr"/>
                </a:tc>
                <a:tc>
                  <a:txBody>
                    <a:bodyPr/>
                    <a:lstStyle/>
                    <a:p>
                      <a:pPr algn="l"/>
                      <a:r>
                        <a:rPr lang="zh-CN" sz="1600" dirty="0">
                          <a:latin typeface="微软雅黑" panose="020B0503020204020204" charset="-122"/>
                          <a:ea typeface="微软雅黑" panose="020B0503020204020204" charset="-122"/>
                        </a:rPr>
                        <a:t>设备</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应用</a:t>
                      </a:r>
                      <a:r>
                        <a:rPr lang="zh-CN" sz="1600" dirty="0">
                          <a:latin typeface="微软雅黑" panose="020B0503020204020204" charset="-122"/>
                          <a:ea typeface="微软雅黑" panose="020B0503020204020204" charset="-122"/>
                        </a:rPr>
                        <a:t>侧问题处理排查</a:t>
                      </a:r>
                      <a:endParaRPr sz="1600" dirty="0">
                        <a:latin typeface="微软雅黑" panose="020B0503020204020204" charset="-122"/>
                        <a:ea typeface="微软雅黑" panose="020B0503020204020204" charset="-122"/>
                      </a:endParaRPr>
                    </a:p>
                  </a:txBody>
                  <a:tcPr anchor="ctr"/>
                </a:tc>
                <a:tc>
                  <a:txBody>
                    <a:bodyPr/>
                    <a:lstStyle/>
                    <a:p>
                      <a:pPr algn="ctr"/>
                      <a:r>
                        <a:rPr lang="zh-CN" sz="1600" dirty="0">
                          <a:latin typeface="微软雅黑" panose="020B0503020204020204" charset="-122"/>
                          <a:ea typeface="微软雅黑" panose="020B0503020204020204" charset="-122"/>
                        </a:rPr>
                        <a:t>天翼物联</a:t>
                      </a:r>
                      <a:r>
                        <a:rPr lang="en-US" sz="1600" dirty="0">
                          <a:latin typeface="微软雅黑" panose="020B0503020204020204" charset="-122"/>
                          <a:ea typeface="微软雅黑" panose="020B0503020204020204" charset="-122"/>
                        </a:rPr>
                        <a:t>-</a:t>
                      </a:r>
                      <a:r>
                        <a:rPr lang="zh-CN" sz="1600" dirty="0">
                          <a:latin typeface="微软雅黑" panose="020B0503020204020204" charset="-122"/>
                          <a:ea typeface="微软雅黑" panose="020B0503020204020204" charset="-122"/>
                        </a:rPr>
                        <a:t>客户</a:t>
                      </a:r>
                      <a:endParaRPr sz="16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3070" y="198517"/>
            <a:ext cx="10314711" cy="658085"/>
          </a:xfrm>
        </p:spPr>
        <p:txBody>
          <a:bodyPr>
            <a:normAutofit/>
          </a:bodyPr>
          <a:lstStyle/>
          <a:p>
            <a:pPr>
              <a:defRPr/>
            </a:pPr>
            <a:r>
              <a:rPr lang="en-US" altLang="zh-CN" sz="2400" dirty="0" err="1">
                <a:latin typeface="微软雅黑" panose="020B0503020204020204" charset="-122"/>
                <a:ea typeface="微软雅黑" panose="020B0503020204020204" charset="-122"/>
              </a:rPr>
              <a:t>回退预案</a:t>
            </a:r>
            <a:endParaRPr lang="en-US" altLang="zh-CN" sz="2400" dirty="0">
              <a:latin typeface="微软雅黑" panose="020B0503020204020204" charset="-122"/>
              <a:ea typeface="微软雅黑" panose="020B0503020204020204"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2156962984"/>
              </p:ext>
            </p:extLst>
          </p:nvPr>
        </p:nvGraphicFramePr>
        <p:xfrm>
          <a:off x="373069" y="2369052"/>
          <a:ext cx="11217796" cy="3874346"/>
        </p:xfrm>
        <a:graphic>
          <a:graphicData uri="http://schemas.openxmlformats.org/drawingml/2006/table">
            <a:tbl>
              <a:tblPr firstRow="1" bandRow="1">
                <a:tableStyleId>{5C22544A-7EE6-4342-B048-85BDC9FD1C3A}</a:tableStyleId>
              </a:tblPr>
              <a:tblGrid>
                <a:gridCol w="1684331">
                  <a:extLst>
                    <a:ext uri="{9D8B030D-6E8A-4147-A177-3AD203B41FA5}">
                      <a16:colId xmlns:a16="http://schemas.microsoft.com/office/drawing/2014/main" val="2359993845"/>
                    </a:ext>
                  </a:extLst>
                </a:gridCol>
                <a:gridCol w="1634067">
                  <a:extLst>
                    <a:ext uri="{9D8B030D-6E8A-4147-A177-3AD203B41FA5}">
                      <a16:colId xmlns:a16="http://schemas.microsoft.com/office/drawing/2014/main" val="20000"/>
                    </a:ext>
                  </a:extLst>
                </a:gridCol>
                <a:gridCol w="6129866">
                  <a:extLst>
                    <a:ext uri="{9D8B030D-6E8A-4147-A177-3AD203B41FA5}">
                      <a16:colId xmlns:a16="http://schemas.microsoft.com/office/drawing/2014/main" val="20001"/>
                    </a:ext>
                  </a:extLst>
                </a:gridCol>
                <a:gridCol w="1769532">
                  <a:extLst>
                    <a:ext uri="{9D8B030D-6E8A-4147-A177-3AD203B41FA5}">
                      <a16:colId xmlns:a16="http://schemas.microsoft.com/office/drawing/2014/main" val="20002"/>
                    </a:ext>
                  </a:extLst>
                </a:gridCol>
              </a:tblGrid>
              <a:tr h="358910">
                <a:tc>
                  <a:txBody>
                    <a:bodyPr/>
                    <a:lstStyle/>
                    <a:p>
                      <a:pPr algn="ctr"/>
                      <a:r>
                        <a:rPr lang="zh-CN" altLang="en-US" sz="2000" dirty="0">
                          <a:latin typeface="微软雅黑" panose="020B0503020204020204" pitchFamily="34" charset="-122"/>
                          <a:ea typeface="微软雅黑" panose="020B0503020204020204" pitchFamily="34" charset="-122"/>
                        </a:rPr>
                        <a:t>工作项</a:t>
                      </a:r>
                    </a:p>
                  </a:txBody>
                  <a:tcPr/>
                </a:tc>
                <a:tc>
                  <a:txBody>
                    <a:bodyPr/>
                    <a:lstStyle/>
                    <a:p>
                      <a:pPr algn="ctr"/>
                      <a:r>
                        <a:rPr lang="zh-CN" altLang="en-US" sz="2000" dirty="0"/>
                        <a:t>任务名称</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marL="0" algn="ctr" defTabSz="1218565" rtl="0" eaLnBrk="1" latinLnBrk="0" hangingPunct="1"/>
                      <a:r>
                        <a:rPr lang="zh-CN" altLang="en-US" sz="2000" kern="1200" dirty="0"/>
                        <a:t>具体内容</a:t>
                      </a:r>
                      <a:endParaRPr lang="zh-CN" altLang="en-US" sz="2000" b="1" kern="1200" dirty="0">
                        <a:solidFill>
                          <a:schemeClr val="lt1"/>
                        </a:solidFill>
                        <a:latin typeface="微软雅黑" panose="020B0503020204020204" pitchFamily="34" charset="-122"/>
                        <a:ea typeface="微软雅黑" panose="020B0503020204020204" pitchFamily="34" charset="-122"/>
                        <a:cs typeface="+mn-cs"/>
                      </a:endParaRPr>
                    </a:p>
                  </a:txBody>
                  <a:tcPr/>
                </a:tc>
                <a:tc>
                  <a:txBody>
                    <a:bodyPr/>
                    <a:lstStyle/>
                    <a:p>
                      <a:pPr marL="0" algn="ctr" defTabSz="1218565" rtl="0" eaLnBrk="1" latinLnBrk="0" hangingPunct="1"/>
                      <a:r>
                        <a:rPr lang="zh-CN" altLang="en-US" sz="2000" kern="1200" dirty="0"/>
                        <a:t>责任方</a:t>
                      </a:r>
                      <a:endParaRPr lang="zh-CN" altLang="en-US" sz="2000" b="1" kern="1200" dirty="0">
                        <a:solidFill>
                          <a:schemeClr val="lt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0"/>
                  </a:ext>
                </a:extLst>
              </a:tr>
              <a:tr h="1090882">
                <a:tc rowSpan="2">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南向设备侧</a:t>
                      </a:r>
                    </a:p>
                  </a:txBody>
                  <a:tcPr marL="72000" marR="72000" marT="36000" marB="36000" anchor="ctr"/>
                </a:tc>
                <a:tc>
                  <a:txBody>
                    <a:bodyPr/>
                    <a:lstStyle/>
                    <a:p>
                      <a:pPr algn="l" fontAlgn="ctr"/>
                      <a:r>
                        <a:rPr lang="en-US" altLang="zh-CN" sz="1400" b="1" dirty="0">
                          <a:solidFill>
                            <a:srgbClr val="C00000"/>
                          </a:solidFill>
                        </a:rPr>
                        <a:t>IT </a:t>
                      </a:r>
                      <a:r>
                        <a:rPr lang="zh-CN" altLang="en-US" sz="1400" b="1" dirty="0">
                          <a:solidFill>
                            <a:srgbClr val="C00000"/>
                          </a:solidFill>
                        </a:rPr>
                        <a:t>回退方案</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400" dirty="0">
                          <a:solidFill>
                            <a:prstClr val="black"/>
                          </a:solidFill>
                        </a:rPr>
                        <a:t>将客户问题号码下签约</a:t>
                      </a:r>
                      <a:r>
                        <a:rPr lang="zh-CN" altLang="en-US" sz="1400" dirty="0">
                          <a:solidFill>
                            <a:prstClr val="black"/>
                          </a:solidFill>
                          <a:sym typeface="+mn-ea"/>
                        </a:rPr>
                        <a:t>的参数进行撤单并重新签约原</a:t>
                      </a:r>
                      <a:r>
                        <a:rPr lang="en-US" altLang="zh-CN" sz="1400" dirty="0">
                          <a:solidFill>
                            <a:prstClr val="black"/>
                          </a:solidFill>
                          <a:sym typeface="+mn-ea"/>
                        </a:rPr>
                        <a:t>NB</a:t>
                      </a:r>
                      <a:r>
                        <a:rPr lang="zh-CN" altLang="en-US" sz="1400" dirty="0">
                          <a:solidFill>
                            <a:prstClr val="black"/>
                          </a:solidFill>
                          <a:sym typeface="+mn-ea"/>
                        </a:rPr>
                        <a:t>套餐下的公共</a:t>
                      </a:r>
                      <a:r>
                        <a:rPr lang="en-US" altLang="zh-CN" sz="1400" dirty="0">
                          <a:solidFill>
                            <a:prstClr val="black"/>
                          </a:solidFill>
                          <a:sym typeface="+mn-ea"/>
                        </a:rPr>
                        <a:t>APN</a:t>
                      </a:r>
                      <a:r>
                        <a:rPr lang="zh-CN" altLang="en-US" sz="1400" dirty="0">
                          <a:solidFill>
                            <a:prstClr val="black"/>
                          </a:solidFill>
                          <a:sym typeface="+mn-ea"/>
                        </a:rPr>
                        <a:t>参数配置（成员）参数。</a:t>
                      </a:r>
                      <a:endParaRPr lang="en-US" altLang="zh-CN" sz="1400" u="none" strike="noStrike" dirty="0">
                        <a:effectLst/>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gn="l" fontAlgn="ctr"/>
                      <a:r>
                        <a:rPr lang="zh-CN" altLang="en-US" sz="1400" b="0" u="none" strike="noStrike" dirty="0">
                          <a:solidFill>
                            <a:srgbClr val="000000"/>
                          </a:solidFill>
                          <a:effectLst/>
                        </a:rPr>
                        <a:t>天翼物联</a:t>
                      </a:r>
                      <a:r>
                        <a:rPr lang="en-US" altLang="zh-CN" sz="1400" b="0" u="none" strike="noStrike" dirty="0">
                          <a:solidFill>
                            <a:srgbClr val="000000"/>
                          </a:solidFill>
                          <a:effectLst/>
                        </a:rPr>
                        <a:t>-</a:t>
                      </a:r>
                      <a:r>
                        <a:rPr lang="zh-CN" altLang="en-US" sz="1400" b="0" u="none" strike="noStrike" dirty="0">
                          <a:solidFill>
                            <a:srgbClr val="000000"/>
                          </a:solidFill>
                          <a:effectLst/>
                        </a:rPr>
                        <a:t>使能中心</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2000" marR="72000" marT="36000" marB="36000" anchor="ctr"/>
                </a:tc>
                <a:extLst>
                  <a:ext uri="{0D108BD9-81ED-4DB2-BD59-A6C34878D82A}">
                    <a16:rowId xmlns:a16="http://schemas.microsoft.com/office/drawing/2014/main" val="10001"/>
                  </a:ext>
                </a:extLst>
              </a:tr>
              <a:tr h="1193612">
                <a:tc vMerge="1">
                  <a:txBody>
                    <a:bodyPr/>
                    <a:lstStyle/>
                    <a:p>
                      <a:pPr marL="0" marR="0" lvl="0" indent="0" algn="l" defTabSz="914400" rtl="0" eaLnBrk="1" fontAlgn="ctr" latinLnBrk="0" hangingPunct="1">
                        <a:lnSpc>
                          <a:spcPct val="100000"/>
                        </a:lnSpc>
                        <a:spcBef>
                          <a:spcPts val="0"/>
                        </a:spcBef>
                        <a:spcAft>
                          <a:spcPts val="0"/>
                        </a:spcAft>
                        <a:buClrTx/>
                        <a:buSzTx/>
                        <a:buFontTx/>
                        <a:buNone/>
                        <a:defRPr/>
                      </a:pPr>
                      <a:endParaRPr lang="zh-CN" altLang="en-US" sz="1600" b="1" dirty="0">
                        <a:solidFill>
                          <a:srgbClr val="C00000"/>
                        </a:solidFill>
                        <a:latin typeface="微软雅黑" panose="020B0503020204020204" pitchFamily="34" charset="-122"/>
                        <a:ea typeface="微软雅黑" panose="020B0503020204020204" pitchFamily="34" charset="-122"/>
                      </a:endParaRPr>
                    </a:p>
                  </a:txBody>
                  <a:tcPr marL="72000" marR="72000" marT="36000" marB="36000" anchor="ct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600" b="1" dirty="0">
                          <a:solidFill>
                            <a:srgbClr val="C00000"/>
                          </a:solidFill>
                        </a:rPr>
                        <a:t>网络回退方案</a:t>
                      </a: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600" b="1" dirty="0">
                          <a:solidFill>
                            <a:srgbClr val="C00000"/>
                          </a:solidFill>
                        </a:rPr>
                        <a:t>（备选）</a:t>
                      </a:r>
                      <a:endParaRPr lang="zh-CN" altLang="en-US" sz="1600" b="1" dirty="0">
                        <a:solidFill>
                          <a:srgbClr val="C00000"/>
                        </a:solidFill>
                        <a:latin typeface="微软雅黑" panose="020B0503020204020204" pitchFamily="34" charset="-122"/>
                        <a:ea typeface="微软雅黑" panose="020B0503020204020204" pitchFamily="34" charset="-122"/>
                      </a:endParaRPr>
                    </a:p>
                  </a:txBody>
                  <a:tcPr marL="72000" marR="72000" marT="36000" marB="36000" anchor="ctr"/>
                </a:tc>
                <a:tc>
                  <a:txBody>
                    <a:bodyPr/>
                    <a:lstStyle/>
                    <a:p>
                      <a:pPr>
                        <a:lnSpc>
                          <a:spcPct val="130000"/>
                        </a:lnSpc>
                      </a:pPr>
                      <a:r>
                        <a:rPr lang="zh-CN" altLang="en-US" sz="1400" dirty="0">
                          <a:solidFill>
                            <a:prstClr val="black"/>
                          </a:solidFill>
                        </a:rPr>
                        <a:t>后台进行数据上报的回退指令操作</a:t>
                      </a:r>
                      <a:endParaRPr lang="en-US" altLang="zh-CN" sz="1400" dirty="0">
                        <a:solidFill>
                          <a:prstClr val="black"/>
                        </a:solidFill>
                        <a:latin typeface="微软雅黑" panose="020B0503020204020204" pitchFamily="34" charset="-122"/>
                        <a:ea typeface="微软雅黑" panose="020B0503020204020204" pitchFamily="34" charset="-122"/>
                      </a:endParaRP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u="none" strike="noStrike" dirty="0">
                          <a:solidFill>
                            <a:srgbClr val="000000"/>
                          </a:solidFill>
                          <a:effectLst/>
                        </a:rPr>
                        <a:t>天翼物联</a:t>
                      </a:r>
                      <a:r>
                        <a:rPr lang="en-US" altLang="zh-CN" sz="1400" b="0" u="none" strike="noStrike" dirty="0">
                          <a:solidFill>
                            <a:srgbClr val="000000"/>
                          </a:solidFill>
                          <a:effectLst/>
                        </a:rPr>
                        <a:t>-</a:t>
                      </a:r>
                      <a:r>
                        <a:rPr lang="zh-CN" altLang="en-US" sz="1400" b="0" u="none" strike="noStrike" dirty="0">
                          <a:solidFill>
                            <a:srgbClr val="000000"/>
                          </a:solidFill>
                          <a:effectLst/>
                        </a:rPr>
                        <a:t>智连中心</a:t>
                      </a:r>
                    </a:p>
                    <a:p>
                      <a:endParaRPr lang="zh-CN" altLang="en-US" sz="1400" dirty="0">
                        <a:latin typeface="微软雅黑" panose="020B0503020204020204" pitchFamily="34" charset="-122"/>
                        <a:ea typeface="微软雅黑" panose="020B0503020204020204" pitchFamily="34" charset="-122"/>
                      </a:endParaRPr>
                    </a:p>
                  </a:txBody>
                  <a:tcPr marL="72000" marR="72000" marT="36000" marB="36000" anchor="ctr"/>
                </a:tc>
                <a:extLst>
                  <a:ext uri="{0D108BD9-81ED-4DB2-BD59-A6C34878D82A}">
                    <a16:rowId xmlns:a16="http://schemas.microsoft.com/office/drawing/2014/main" val="10002"/>
                  </a:ext>
                </a:extLst>
              </a:tr>
              <a:tr h="1193612">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北向应用侧（按需）</a:t>
                      </a:r>
                    </a:p>
                  </a:txBody>
                  <a:tcPr marL="72000" marR="72000" marT="36000" marB="36000" anchor="ct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400" b="1" kern="1200" dirty="0">
                          <a:solidFill>
                            <a:srgbClr val="C00000"/>
                          </a:solidFill>
                          <a:latin typeface="+mn-lt"/>
                          <a:ea typeface="+mn-ea"/>
                          <a:cs typeface="+mn-cs"/>
                        </a:rPr>
                        <a:t>应用系统回退</a:t>
                      </a:r>
                    </a:p>
                  </a:txBody>
                  <a:tcPr marL="72000" marR="72000" marT="36000" marB="36000" anchor="ctr"/>
                </a:tc>
                <a:tc>
                  <a:txBody>
                    <a:bodyPr/>
                    <a:lstStyle/>
                    <a:p>
                      <a:pPr>
                        <a:lnSpc>
                          <a:spcPct val="130000"/>
                        </a:lnSpc>
                      </a:pPr>
                      <a:r>
                        <a:rPr lang="zh-CN" altLang="en-US" sz="1400" dirty="0">
                          <a:solidFill>
                            <a:prstClr val="black"/>
                          </a:solidFill>
                          <a:latin typeface="微软雅黑" panose="020B0503020204020204" pitchFamily="34" charset="-122"/>
                          <a:ea typeface="微软雅黑" panose="020B0503020204020204" pitchFamily="34" charset="-122"/>
                        </a:rPr>
                        <a:t>根据客户侧业务逻辑进行回退</a:t>
                      </a:r>
                      <a:endParaRPr lang="en-US" altLang="zh-CN" sz="1400" dirty="0">
                        <a:solidFill>
                          <a:prstClr val="black"/>
                        </a:solidFill>
                        <a:latin typeface="微软雅黑" panose="020B0503020204020204" pitchFamily="34" charset="-122"/>
                        <a:ea typeface="微软雅黑" panose="020B0503020204020204" pitchFamily="34" charset="-122"/>
                      </a:endParaRPr>
                    </a:p>
                  </a:txBody>
                  <a:tcPr marL="72000" marR="72000" marT="36000" marB="36000" anchor="ctr"/>
                </a:tc>
                <a:tc>
                  <a:txBody>
                    <a:bodyPr/>
                    <a:lstStyle/>
                    <a:p>
                      <a:r>
                        <a:rPr lang="zh-CN" altLang="en-US" sz="1400" dirty="0">
                          <a:latin typeface="微软雅黑" panose="020B0503020204020204" pitchFamily="34" charset="-122"/>
                          <a:ea typeface="微软雅黑" panose="020B0503020204020204" pitchFamily="34" charset="-122"/>
                        </a:rPr>
                        <a:t>客户</a:t>
                      </a:r>
                    </a:p>
                  </a:txBody>
                  <a:tcPr marL="72000" marR="72000" marT="36000" marB="36000" anchor="ctr"/>
                </a:tc>
                <a:extLst>
                  <a:ext uri="{0D108BD9-81ED-4DB2-BD59-A6C34878D82A}">
                    <a16:rowId xmlns:a16="http://schemas.microsoft.com/office/drawing/2014/main" val="3375208958"/>
                  </a:ext>
                </a:extLst>
              </a:tr>
            </a:tbl>
          </a:graphicData>
        </a:graphic>
      </p:graphicFrame>
      <p:sp>
        <p:nvSpPr>
          <p:cNvPr id="3" name="矩形 2"/>
          <p:cNvSpPr/>
          <p:nvPr/>
        </p:nvSpPr>
        <p:spPr>
          <a:xfrm>
            <a:off x="303795" y="988040"/>
            <a:ext cx="11629900" cy="1249573"/>
          </a:xfrm>
          <a:prstGeom prst="rect">
            <a:avLst/>
          </a:prstGeom>
        </p:spPr>
        <p:txBody>
          <a:bodyPr wrap="square">
            <a:spAutoFit/>
          </a:bodyPr>
          <a:lstStyle/>
          <a:p>
            <a:pPr fontAlgn="ctr">
              <a:lnSpc>
                <a:spcPct val="130000"/>
              </a:lnSpc>
              <a:spcBef>
                <a:spcPts val="600"/>
              </a:spcBef>
            </a:pPr>
            <a:r>
              <a:rPr lang="zh-CN" altLang="en-US" b="1" dirty="0">
                <a:latin typeface="微软雅黑" panose="020B0503020204020204" pitchFamily="34" charset="-122"/>
                <a:ea typeface="微软雅黑" panose="020B0503020204020204" pitchFamily="34" charset="-122"/>
              </a:rPr>
              <a:t>回退原则：</a:t>
            </a:r>
            <a:endParaRPr lang="en-US" altLang="zh-CN" b="1" dirty="0">
              <a:latin typeface="微软雅黑" panose="020B0503020204020204" pitchFamily="34" charset="-122"/>
              <a:ea typeface="微软雅黑" panose="020B0503020204020204" pitchFamily="34" charset="-122"/>
            </a:endParaRPr>
          </a:p>
          <a:p>
            <a:pPr fontAlgn="ctr">
              <a:lnSpc>
                <a:spcPct val="130000"/>
              </a:lnSpc>
              <a:spcBef>
                <a:spcPts val="600"/>
              </a:spcBef>
            </a:pPr>
            <a:r>
              <a:rPr lang="zh-CN" altLang="en-US" dirty="0">
                <a:latin typeface="微软雅黑" panose="020B0503020204020204" pitchFamily="34" charset="-122"/>
                <a:ea typeface="微软雅黑" panose="020B0503020204020204" pitchFamily="34" charset="-122"/>
              </a:rPr>
              <a:t>迁移第二天，客户验证各项命令下发、数据上报不正常，且故障无法及时恢复，如影响客户生产，针对出现问题的设备可以进行立即回退；其他小问题技术团队及时解决</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D6A1C-D8E2-8B7A-AE1D-3B0D0F8A3A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AF7DBF-648D-C819-690C-B9A3B53BC37A}"/>
              </a:ext>
            </a:extLst>
          </p:cNvPr>
          <p:cNvSpPr>
            <a:spLocks noGrp="1"/>
          </p:cNvSpPr>
          <p:nvPr>
            <p:ph type="title"/>
          </p:nvPr>
        </p:nvSpPr>
        <p:spPr>
          <a:xfrm>
            <a:off x="373070" y="198517"/>
            <a:ext cx="10314711" cy="658085"/>
          </a:xfrm>
        </p:spPr>
        <p:txBody>
          <a:bodyPr>
            <a:normAutofit/>
          </a:bodyPr>
          <a:lstStyle/>
          <a:p>
            <a:pPr>
              <a:defRPr/>
            </a:pPr>
            <a:r>
              <a:rPr lang="zh-CN" altLang="en-US" sz="2400" dirty="0">
                <a:latin typeface="微软雅黑" panose="020B0503020204020204" charset="-122"/>
                <a:ea typeface="微软雅黑" panose="020B0503020204020204" charset="-122"/>
              </a:rPr>
              <a:t>附件</a:t>
            </a:r>
            <a:endParaRPr lang="en-US" altLang="zh-CN" sz="2400" dirty="0">
              <a:latin typeface="微软雅黑" panose="020B0503020204020204" charset="-122"/>
              <a:ea typeface="微软雅黑" panose="020B0503020204020204" charset="-122"/>
            </a:endParaRPr>
          </a:p>
        </p:txBody>
      </p:sp>
      <p:graphicFrame>
        <p:nvGraphicFramePr>
          <p:cNvPr id="4" name="对象 3">
            <a:extLst>
              <a:ext uri="{FF2B5EF4-FFF2-40B4-BE49-F238E27FC236}">
                <a16:creationId xmlns:a16="http://schemas.microsoft.com/office/drawing/2014/main" id="{6645EFFA-EB6C-6434-63AA-71CC13B65299}"/>
              </a:ext>
            </a:extLst>
          </p:cNvPr>
          <p:cNvGraphicFramePr>
            <a:graphicFrameLocks noChangeAspect="1"/>
          </p:cNvGraphicFramePr>
          <p:nvPr>
            <p:extLst>
              <p:ext uri="{D42A27DB-BD31-4B8C-83A1-F6EECF244321}">
                <p14:modId xmlns:p14="http://schemas.microsoft.com/office/powerpoint/2010/main" val="3102908507"/>
              </p:ext>
            </p:extLst>
          </p:nvPr>
        </p:nvGraphicFramePr>
        <p:xfrm>
          <a:off x="1371600" y="2589600"/>
          <a:ext cx="2409372" cy="2024516"/>
        </p:xfrm>
        <a:graphic>
          <a:graphicData uri="http://schemas.openxmlformats.org/presentationml/2006/ole">
            <mc:AlternateContent xmlns:mc="http://schemas.openxmlformats.org/markup-compatibility/2006">
              <mc:Choice xmlns:v="urn:schemas-microsoft-com:vml" Requires="v">
                <p:oleObj spid="_x0000_s1028" name="Document" showAsIcon="1" r:id="rId4" imgW="914246" imgH="787219" progId="Word.Document.12">
                  <p:embed/>
                </p:oleObj>
              </mc:Choice>
              <mc:Fallback>
                <p:oleObj name="Document" showAsIcon="1" r:id="rId4" imgW="914246" imgH="787219" progId="Word.Document.12">
                  <p:embed/>
                  <p:pic>
                    <p:nvPicPr>
                      <p:cNvPr id="0" name=""/>
                      <p:cNvPicPr/>
                      <p:nvPr/>
                    </p:nvPicPr>
                    <p:blipFill>
                      <a:blip r:embed="rId5"/>
                      <a:stretch>
                        <a:fillRect/>
                      </a:stretch>
                    </p:blipFill>
                    <p:spPr>
                      <a:xfrm>
                        <a:off x="1371600" y="2589600"/>
                        <a:ext cx="2409372" cy="2024516"/>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FB0F6E08-CF78-63BD-E788-E98595145B21}"/>
              </a:ext>
            </a:extLst>
          </p:cNvPr>
          <p:cNvSpPr txBox="1"/>
          <p:nvPr/>
        </p:nvSpPr>
        <p:spPr>
          <a:xfrm>
            <a:off x="527887" y="1353769"/>
            <a:ext cx="3089307" cy="369332"/>
          </a:xfrm>
          <a:prstGeom prst="rect">
            <a:avLst/>
          </a:prstGeom>
          <a:ln w="12700">
            <a:prstDash val="solid"/>
          </a:ln>
        </p:spPr>
        <p:txBody>
          <a:bodyPr wrap="none">
            <a:spAutoFit/>
          </a:bodyPr>
          <a:lstStyle/>
          <a:p>
            <a:r>
              <a:rPr lang="zh-CN" altLang="en-US" dirty="0">
                <a:latin typeface="微软雅黑" panose="020B0503020204020204" charset="-122"/>
                <a:ea typeface="微软雅黑" panose="020B0503020204020204" charset="-122"/>
              </a:rPr>
              <a:t>附件</a:t>
            </a:r>
            <a:r>
              <a:rPr lang="en-US" altLang="zh-CN" dirty="0">
                <a:latin typeface="微软雅黑" panose="020B0503020204020204" charset="-122"/>
                <a:ea typeface="微软雅黑" panose="020B0503020204020204" charset="-122"/>
              </a:rPr>
              <a:t>1</a:t>
            </a:r>
            <a:r>
              <a:rPr 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客户迁移信息确认表</a:t>
            </a:r>
            <a:endParaRPr dirty="0">
              <a:latin typeface="微软雅黑" panose="020B0503020204020204" charset="-122"/>
              <a:ea typeface="微软雅黑" panose="020B0503020204020204" charset="-122"/>
            </a:endParaRPr>
          </a:p>
        </p:txBody>
      </p:sp>
      <p:sp>
        <p:nvSpPr>
          <p:cNvPr id="6" name="文本框 5">
            <a:extLst>
              <a:ext uri="{FF2B5EF4-FFF2-40B4-BE49-F238E27FC236}">
                <a16:creationId xmlns:a16="http://schemas.microsoft.com/office/drawing/2014/main" id="{19662568-2887-070B-B973-8C12D8FC429E}"/>
              </a:ext>
            </a:extLst>
          </p:cNvPr>
          <p:cNvSpPr txBox="1"/>
          <p:nvPr/>
        </p:nvSpPr>
        <p:spPr>
          <a:xfrm>
            <a:off x="6928687" y="1350452"/>
            <a:ext cx="3089307" cy="369332"/>
          </a:xfrm>
          <a:prstGeom prst="rect">
            <a:avLst/>
          </a:prstGeom>
          <a:ln w="12700">
            <a:prstDash val="solid"/>
          </a:ln>
        </p:spPr>
        <p:txBody>
          <a:bodyPr wrap="none">
            <a:spAutoFit/>
          </a:bodyPr>
          <a:lstStyle/>
          <a:p>
            <a:r>
              <a:rPr lang="zh-CN" altLang="en-US" dirty="0">
                <a:latin typeface="微软雅黑" panose="020B0503020204020204" charset="-122"/>
                <a:ea typeface="微软雅黑" panose="020B0503020204020204" charset="-122"/>
              </a:rPr>
              <a:t>附件</a:t>
            </a:r>
            <a:r>
              <a:rPr lang="en-US" altLang="zh-CN" dirty="0">
                <a:latin typeface="微软雅黑" panose="020B0503020204020204" charset="-122"/>
                <a:ea typeface="微软雅黑" panose="020B0503020204020204" charset="-122"/>
              </a:rPr>
              <a:t>2</a:t>
            </a:r>
            <a:r>
              <a:rPr 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客户迁移信息确认表</a:t>
            </a:r>
            <a:endParaRPr dirty="0">
              <a:latin typeface="微软雅黑" panose="020B0503020204020204" charset="-122"/>
              <a:ea typeface="微软雅黑" panose="020B0503020204020204" charset="-122"/>
            </a:endParaRPr>
          </a:p>
        </p:txBody>
      </p:sp>
      <p:graphicFrame>
        <p:nvGraphicFramePr>
          <p:cNvPr id="8" name="对象 7">
            <a:extLst>
              <a:ext uri="{FF2B5EF4-FFF2-40B4-BE49-F238E27FC236}">
                <a16:creationId xmlns:a16="http://schemas.microsoft.com/office/drawing/2014/main" id="{36A351CD-85F5-97A9-633C-F47ADE8BE7BF}"/>
              </a:ext>
            </a:extLst>
          </p:cNvPr>
          <p:cNvGraphicFramePr>
            <a:graphicFrameLocks noChangeAspect="1"/>
          </p:cNvGraphicFramePr>
          <p:nvPr>
            <p:extLst>
              <p:ext uri="{D42A27DB-BD31-4B8C-83A1-F6EECF244321}">
                <p14:modId xmlns:p14="http://schemas.microsoft.com/office/powerpoint/2010/main" val="1222401546"/>
              </p:ext>
            </p:extLst>
          </p:nvPr>
        </p:nvGraphicFramePr>
        <p:xfrm>
          <a:off x="7406208" y="2437350"/>
          <a:ext cx="2527857" cy="2176766"/>
        </p:xfrm>
        <a:graphic>
          <a:graphicData uri="http://schemas.openxmlformats.org/presentationml/2006/ole">
            <mc:AlternateContent xmlns:mc="http://schemas.openxmlformats.org/markup-compatibility/2006">
              <mc:Choice xmlns:v="urn:schemas-microsoft-com:vml" Requires="v">
                <p:oleObj spid="_x0000_s1029" name="Document" showAsIcon="1" r:id="rId6" imgW="914246" imgH="787219" progId="Word.Document.12">
                  <p:embed/>
                </p:oleObj>
              </mc:Choice>
              <mc:Fallback>
                <p:oleObj name="Document" showAsIcon="1" r:id="rId6" imgW="914246" imgH="787219" progId="Word.Document.12">
                  <p:embed/>
                  <p:pic>
                    <p:nvPicPr>
                      <p:cNvPr id="0" name=""/>
                      <p:cNvPicPr/>
                      <p:nvPr/>
                    </p:nvPicPr>
                    <p:blipFill>
                      <a:blip r:embed="rId7"/>
                      <a:stretch>
                        <a:fillRect/>
                      </a:stretch>
                    </p:blipFill>
                    <p:spPr>
                      <a:xfrm>
                        <a:off x="7406208" y="2437350"/>
                        <a:ext cx="2527857" cy="2176766"/>
                      </a:xfrm>
                      <a:prstGeom prst="rect">
                        <a:avLst/>
                      </a:prstGeom>
                    </p:spPr>
                  </p:pic>
                </p:oleObj>
              </mc:Fallback>
            </mc:AlternateContent>
          </a:graphicData>
        </a:graphic>
      </p:graphicFrame>
    </p:spTree>
    <p:extLst>
      <p:ext uri="{BB962C8B-B14F-4D97-AF65-F5344CB8AC3E}">
        <p14:creationId xmlns:p14="http://schemas.microsoft.com/office/powerpoint/2010/main" val="417615838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文本占位符 1"/>
          <p:cNvSpPr>
            <a:spLocks noGrp="1"/>
          </p:cNvSpPr>
          <p:nvPr>
            <p:ph type="body" sz="quarter" idx="10"/>
          </p:nvPr>
        </p:nvSpPr>
        <p:spPr>
          <a:xfrm>
            <a:off x="1223873" y="2407870"/>
            <a:ext cx="9744253" cy="1248833"/>
          </a:xfrm>
        </p:spPr>
        <p:txBody>
          <a:bodyPr anchor="ctr">
            <a:normAutofit/>
          </a:bodyPr>
          <a:lstStyle/>
          <a:p>
            <a:pPr eaLnBrk="0" fontAlgn="base" hangingPunct="0">
              <a:lnSpc>
                <a:spcPct val="100000"/>
              </a:lnSpc>
              <a:spcBef>
                <a:spcPct val="20000"/>
              </a:spcBef>
              <a:spcAft>
                <a:spcPct val="0"/>
              </a:spcAft>
            </a:pPr>
            <a:r>
              <a:rPr kumimoji="1" lang="zh-CN" altLang="en-US" sz="5400" spc="600" dirty="0">
                <a:solidFill>
                  <a:srgbClr val="C00000"/>
                </a:solidFill>
                <a:latin typeface="微软雅黑" panose="020B0503020204020204" charset="-122"/>
                <a:ea typeface="微软雅黑" panose="020B0503020204020204" charset="-122"/>
                <a:sym typeface="Calibri" panose="020F0502020204030204" pitchFamily="34" charset="0"/>
              </a:rPr>
              <a:t>谢谢！</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7C3FD-FDD1-3CDA-2C50-10DB90C4CAEB}"/>
            </a:ext>
          </a:extLst>
        </p:cNvPr>
        <p:cNvGrpSpPr/>
        <p:nvPr/>
      </p:nvGrpSpPr>
      <p:grpSpPr>
        <a:xfrm>
          <a:off x="0" y="0"/>
          <a:ext cx="0" cy="0"/>
          <a:chOff x="0" y="0"/>
          <a:chExt cx="0" cy="0"/>
        </a:xfrm>
      </p:grpSpPr>
      <p:sp>
        <p:nvSpPr>
          <p:cNvPr id="83" name="文本占位符 1">
            <a:extLst>
              <a:ext uri="{FF2B5EF4-FFF2-40B4-BE49-F238E27FC236}">
                <a16:creationId xmlns:a16="http://schemas.microsoft.com/office/drawing/2014/main" id="{06A12719-780D-B6DB-E00C-CCFF20C0A4F3}"/>
              </a:ext>
            </a:extLst>
          </p:cNvPr>
          <p:cNvSpPr>
            <a:spLocks noGrp="1"/>
          </p:cNvSpPr>
          <p:nvPr>
            <p:ph type="body" sz="quarter" idx="10"/>
          </p:nvPr>
        </p:nvSpPr>
        <p:spPr>
          <a:xfrm>
            <a:off x="1223873" y="2407870"/>
            <a:ext cx="9744253" cy="1248833"/>
          </a:xfrm>
        </p:spPr>
        <p:txBody>
          <a:bodyPr anchor="ctr">
            <a:normAutofit/>
          </a:bodyPr>
          <a:lstStyle/>
          <a:p>
            <a:pPr eaLnBrk="0" fontAlgn="base" hangingPunct="0">
              <a:lnSpc>
                <a:spcPct val="100000"/>
              </a:lnSpc>
              <a:spcBef>
                <a:spcPct val="20000"/>
              </a:spcBef>
              <a:spcAft>
                <a:spcPct val="0"/>
              </a:spcAft>
            </a:pPr>
            <a:r>
              <a:rPr kumimoji="1" lang="zh-CN" altLang="en-US" sz="5400" spc="600" dirty="0">
                <a:solidFill>
                  <a:srgbClr val="C00000"/>
                </a:solidFill>
                <a:latin typeface="微软雅黑" panose="020B0503020204020204" charset="-122"/>
                <a:ea typeface="微软雅黑" panose="020B0503020204020204" charset="-122"/>
                <a:sym typeface="Calibri" panose="020F0502020204030204" pitchFamily="34" charset="0"/>
              </a:rPr>
              <a:t>附件</a:t>
            </a:r>
            <a:r>
              <a:rPr kumimoji="1" lang="en-US" altLang="zh-CN" sz="5400" spc="600" dirty="0">
                <a:solidFill>
                  <a:srgbClr val="C00000"/>
                </a:solidFill>
                <a:ea typeface="微软雅黑" panose="020B0503020204020204" charset="-122"/>
                <a:sym typeface="Calibri" panose="020F0502020204030204" pitchFamily="34" charset="0"/>
              </a:rPr>
              <a:t>:</a:t>
            </a:r>
            <a:r>
              <a:rPr kumimoji="1" lang="zh-CN" altLang="en-US" sz="5400" spc="600" dirty="0">
                <a:solidFill>
                  <a:srgbClr val="C00000"/>
                </a:solidFill>
                <a:ea typeface="微软雅黑" panose="020B0503020204020204" charset="-122"/>
                <a:sym typeface="Calibri" panose="020F0502020204030204" pitchFamily="34" charset="0"/>
              </a:rPr>
              <a:t>操作指南</a:t>
            </a:r>
            <a:endParaRPr kumimoji="1" lang="zh-CN" altLang="en-US" sz="5400" spc="600" dirty="0">
              <a:solidFill>
                <a:srgbClr val="C00000"/>
              </a:solidFill>
              <a:latin typeface="微软雅黑" panose="020B0503020204020204" charset="-122"/>
              <a:ea typeface="微软雅黑" panose="020B0503020204020204" charset="-122"/>
              <a:sym typeface="Calibri" panose="020F0502020204030204" pitchFamily="34" charset="0"/>
            </a:endParaRPr>
          </a:p>
        </p:txBody>
      </p:sp>
    </p:spTree>
    <p:extLst>
      <p:ext uri="{BB962C8B-B14F-4D97-AF65-F5344CB8AC3E}">
        <p14:creationId xmlns:p14="http://schemas.microsoft.com/office/powerpoint/2010/main" val="406852035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BC14D-BA16-5FA7-4E1B-AA5D3E3ADAAB}"/>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54078855-0A03-B91A-A9B2-18A5C1249D00}"/>
              </a:ext>
            </a:extLst>
          </p:cNvPr>
          <p:cNvSpPr txBox="1"/>
          <p:nvPr/>
        </p:nvSpPr>
        <p:spPr>
          <a:xfrm>
            <a:off x="1915887" y="2659559"/>
            <a:ext cx="8805616" cy="769441"/>
          </a:xfrm>
          <a:prstGeom prst="rect">
            <a:avLst/>
          </a:prstGeom>
          <a:noFill/>
        </p:spPr>
        <p:txBody>
          <a:bodyPr wrap="none" rtlCol="0">
            <a:spAutoFit/>
          </a:bodyPr>
          <a:lstStyle/>
          <a:p>
            <a:r>
              <a:rPr lang="zh-CN" altLang="en-US" sz="4400" b="1" dirty="0">
                <a:solidFill>
                  <a:srgbClr val="C00000"/>
                </a:solidFill>
                <a:latin typeface="+mj-ea"/>
                <a:ea typeface="+mj-ea"/>
              </a:rPr>
              <a:t>① 自有方案（对接</a:t>
            </a:r>
            <a:r>
              <a:rPr lang="en-US" altLang="zh-CN" sz="4400" b="1" dirty="0">
                <a:solidFill>
                  <a:srgbClr val="C00000"/>
                </a:solidFill>
                <a:latin typeface="+mj-ea"/>
                <a:ea typeface="+mj-ea"/>
              </a:rPr>
              <a:t>AEP</a:t>
            </a:r>
            <a:r>
              <a:rPr lang="zh-CN" altLang="en-US" sz="4400" b="1" dirty="0">
                <a:solidFill>
                  <a:srgbClr val="C00000"/>
                </a:solidFill>
                <a:latin typeface="+mj-ea"/>
                <a:ea typeface="+mj-ea"/>
              </a:rPr>
              <a:t>原生接口）</a:t>
            </a:r>
          </a:p>
        </p:txBody>
      </p:sp>
    </p:spTree>
    <p:extLst>
      <p:ext uri="{BB962C8B-B14F-4D97-AF65-F5344CB8AC3E}">
        <p14:creationId xmlns:p14="http://schemas.microsoft.com/office/powerpoint/2010/main" val="244391119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86888" y="1140964"/>
            <a:ext cx="11155880" cy="1038233"/>
          </a:xfrm>
          <a:prstGeom prst="rect">
            <a:avLst/>
          </a:prstGeom>
        </p:spPr>
        <p:txBody>
          <a:bodyPr wrap="square">
            <a:spAutoFit/>
          </a:bodyPr>
          <a:lstStyle/>
          <a:p>
            <a:pPr marL="342900" lvl="0" indent="-342900">
              <a:lnSpc>
                <a:spcPct val="150000"/>
              </a:lnSpc>
              <a:spcBef>
                <a:spcPts val="600"/>
              </a:spcBef>
              <a:buFont typeface="Wingdings" panose="05000000000000000000" pitchFamily="2" charset="2"/>
              <a:buChar char="n"/>
            </a:pPr>
            <a:r>
              <a:rPr kumimoji="1" lang="zh-CN" altLang="en-US" sz="2000" b="1" dirty="0">
                <a:latin typeface="微软雅黑" panose="020B0503020204020204" charset="-122"/>
                <a:ea typeface="微软雅黑" panose="020B0503020204020204" charset="-122"/>
              </a:rPr>
              <a:t>工作事项：</a:t>
            </a:r>
            <a:r>
              <a:rPr kumimoji="1" lang="zh-CN" altLang="en-US" sz="2000" b="1" i="0" u="none" strike="noStrike" kern="1200" cap="none" spc="0" normalizeH="0" baseline="0" noProof="0" dirty="0">
                <a:ln>
                  <a:noFill/>
                </a:ln>
                <a:effectLst/>
                <a:uLnTx/>
                <a:uFillTx/>
                <a:latin typeface="微软雅黑" panose="020B0503020204020204" charset="-122"/>
                <a:ea typeface="微软雅黑" panose="020B0503020204020204" charset="-122"/>
              </a:rPr>
              <a:t>客户终端、应用业务系统</a:t>
            </a:r>
            <a:r>
              <a:rPr kumimoji="1" lang="zh-CN" altLang="en-US" sz="2000" b="1" dirty="0">
                <a:latin typeface="微软雅黑" panose="020B0503020204020204" charset="-122"/>
                <a:ea typeface="微软雅黑" panose="020B0503020204020204" charset="-122"/>
              </a:rPr>
              <a:t>需在新平台完成南</a:t>
            </a:r>
            <a:r>
              <a:rPr kumimoji="0" lang="zh-CN" altLang="en-US" sz="2000" b="1" i="0" u="none" strike="noStrike" kern="1200" cap="none" spc="0" normalizeH="0" baseline="0" noProof="0" dirty="0">
                <a:ln>
                  <a:noFill/>
                </a:ln>
                <a:effectLst/>
                <a:uLnTx/>
                <a:uFillTx/>
                <a:latin typeface="微软雅黑" panose="020B0503020204020204" charset="-122"/>
                <a:ea typeface="微软雅黑" panose="020B0503020204020204" charset="-122"/>
              </a:rPr>
              <a:t>北向对接</a:t>
            </a:r>
            <a:endParaRPr kumimoji="0" lang="en-US" altLang="zh-CN" sz="2000" b="1" i="0" u="none" strike="noStrike" kern="1200" cap="none" spc="0" normalizeH="0" baseline="0" noProof="0" dirty="0">
              <a:ln>
                <a:noFill/>
              </a:ln>
              <a:effectLst/>
              <a:uLnTx/>
              <a:uFillTx/>
              <a:latin typeface="微软雅黑" panose="020B0503020204020204" charset="-122"/>
              <a:ea typeface="微软雅黑" panose="020B0503020204020204" charset="-122"/>
            </a:endParaRPr>
          </a:p>
          <a:p>
            <a:pPr marL="342900" lvl="0" indent="-342900">
              <a:lnSpc>
                <a:spcPct val="150000"/>
              </a:lnSpc>
              <a:spcBef>
                <a:spcPts val="600"/>
              </a:spcBef>
              <a:buFont typeface="Wingdings" panose="05000000000000000000" pitchFamily="2" charset="2"/>
              <a:buChar char="n"/>
            </a:pPr>
            <a:r>
              <a:rPr lang="zh-CN" altLang="en-US" sz="2000" b="1" dirty="0">
                <a:latin typeface="微软雅黑" panose="020B0503020204020204" charset="-122"/>
                <a:ea typeface="微软雅黑" panose="020B0503020204020204" charset="-122"/>
              </a:rPr>
              <a:t>目的：确认已</a:t>
            </a:r>
            <a:r>
              <a:rPr kumimoji="0" lang="zh-CN" altLang="en-US" sz="2000" b="1" i="0" u="none" strike="noStrike" kern="1200" cap="none" spc="0" normalizeH="0" baseline="0" noProof="0" dirty="0">
                <a:ln>
                  <a:noFill/>
                </a:ln>
                <a:effectLst/>
                <a:uLnTx/>
                <a:uFillTx/>
                <a:latin typeface="微软雅黑" panose="020B0503020204020204" charset="-122"/>
                <a:ea typeface="微软雅黑" panose="020B0503020204020204" charset="-122"/>
              </a:rPr>
              <a:t>与新平台可正常进行端到端业务流程</a:t>
            </a:r>
          </a:p>
        </p:txBody>
      </p:sp>
      <p:sp>
        <p:nvSpPr>
          <p:cNvPr id="6" name="文本框 5"/>
          <p:cNvSpPr txBox="1"/>
          <p:nvPr/>
        </p:nvSpPr>
        <p:spPr>
          <a:xfrm>
            <a:off x="6373814" y="3673705"/>
            <a:ext cx="4778091" cy="19380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rPr>
              <a:t>1</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rPr>
              <a:t>、创建应用；</a:t>
            </a:r>
            <a:endPar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rPr>
              <a:t>2</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rPr>
              <a:t>、消息路由，</a:t>
            </a:r>
            <a:r>
              <a:rPr lang="zh-CN" altLang="en-US" sz="1600" noProof="0" dirty="0">
                <a:ln>
                  <a:noFill/>
                </a:ln>
                <a:solidFill>
                  <a:srgbClr val="080808"/>
                </a:solidFill>
                <a:effectLst/>
                <a:uLnTx/>
                <a:uFillTx/>
                <a:latin typeface="微软雅黑" panose="020B0503020204020204" charset="-122"/>
                <a:ea typeface="微软雅黑" panose="020B0503020204020204" charset="-122"/>
                <a:sym typeface="+mn-ea"/>
              </a:rPr>
              <a:t>添加订阅推送；</a:t>
            </a:r>
            <a:endPar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rPr>
              <a:t>3</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rPr>
              <a:t>、</a:t>
            </a:r>
            <a:r>
              <a:rPr lang="zh-CN" altLang="en-US" sz="1600" noProof="0" dirty="0">
                <a:ln>
                  <a:noFill/>
                </a:ln>
                <a:solidFill>
                  <a:srgbClr val="080808"/>
                </a:solidFill>
                <a:effectLst/>
                <a:uLnTx/>
                <a:uFillTx/>
                <a:latin typeface="微软雅黑" panose="020B0503020204020204" charset="-122"/>
                <a:ea typeface="微软雅黑" panose="020B0503020204020204" charset="-122"/>
                <a:sym typeface="+mn-ea"/>
              </a:rPr>
              <a:t>应用开发，</a:t>
            </a:r>
            <a:r>
              <a:rPr lang="en-US" altLang="zh-CN" sz="1600" noProof="0" dirty="0">
                <a:ln>
                  <a:noFill/>
                </a:ln>
                <a:solidFill>
                  <a:srgbClr val="080808"/>
                </a:solidFill>
                <a:effectLst/>
                <a:uLnTx/>
                <a:uFillTx/>
                <a:latin typeface="微软雅黑" panose="020B0503020204020204" charset="-122"/>
                <a:ea typeface="微软雅黑" panose="020B0503020204020204" charset="-122"/>
                <a:sym typeface="+mn-ea"/>
              </a:rPr>
              <a:t> </a:t>
            </a:r>
            <a:r>
              <a:rPr lang="zh-CN" altLang="en-US" sz="1600" dirty="0">
                <a:solidFill>
                  <a:srgbClr val="080808"/>
                </a:solidFill>
                <a:latin typeface="微软雅黑" panose="020B0503020204020204" charset="-122"/>
                <a:ea typeface="微软雅黑" panose="020B0503020204020204" charset="-122"/>
                <a:sym typeface="+mn-ea"/>
              </a:rPr>
              <a:t>更改</a:t>
            </a:r>
            <a:r>
              <a:rPr lang="en-US" altLang="zh-CN" sz="1600" noProof="0" dirty="0">
                <a:ln>
                  <a:noFill/>
                </a:ln>
                <a:solidFill>
                  <a:srgbClr val="080808"/>
                </a:solidFill>
                <a:effectLst/>
                <a:uLnTx/>
                <a:uFillTx/>
                <a:latin typeface="微软雅黑" panose="020B0503020204020204" charset="-122"/>
                <a:ea typeface="微软雅黑" panose="020B0503020204020204" charset="-122"/>
                <a:sym typeface="+mn-ea"/>
              </a:rPr>
              <a:t>API</a:t>
            </a:r>
            <a:r>
              <a:rPr lang="zh-CN" altLang="en-US" sz="1600" noProof="0" dirty="0">
                <a:ln>
                  <a:noFill/>
                </a:ln>
                <a:solidFill>
                  <a:srgbClr val="080808"/>
                </a:solidFill>
                <a:effectLst/>
                <a:uLnTx/>
                <a:uFillTx/>
                <a:latin typeface="微软雅黑" panose="020B0503020204020204" charset="-122"/>
                <a:ea typeface="微软雅黑" panose="020B0503020204020204" charset="-122"/>
                <a:sym typeface="+mn-ea"/>
              </a:rPr>
              <a:t>调用请求地址，可选择使用</a:t>
            </a:r>
            <a:r>
              <a:rPr lang="en-US" altLang="zh-CN" sz="1600" noProof="0" dirty="0">
                <a:ln>
                  <a:noFill/>
                </a:ln>
                <a:solidFill>
                  <a:srgbClr val="080808"/>
                </a:solidFill>
                <a:effectLst/>
                <a:uLnTx/>
                <a:uFillTx/>
                <a:latin typeface="微软雅黑" panose="020B0503020204020204" charset="-122"/>
                <a:ea typeface="微软雅黑" panose="020B0503020204020204" charset="-122"/>
                <a:sym typeface="+mn-ea"/>
              </a:rPr>
              <a:t>SDK</a:t>
            </a:r>
            <a:r>
              <a:rPr lang="zh-CN" altLang="en-US" sz="1600" noProof="0" dirty="0">
                <a:ln>
                  <a:noFill/>
                </a:ln>
                <a:solidFill>
                  <a:srgbClr val="080808"/>
                </a:solidFill>
                <a:effectLst/>
                <a:uLnTx/>
                <a:uFillTx/>
                <a:latin typeface="微软雅黑" panose="020B0503020204020204" charset="-122"/>
                <a:ea typeface="微软雅黑" panose="020B0503020204020204" charset="-122"/>
                <a:sym typeface="+mn-ea"/>
              </a:rPr>
              <a:t>或直接调用</a:t>
            </a:r>
            <a:r>
              <a:rPr lang="en-US" altLang="zh-CN" sz="1600" noProof="0" dirty="0">
                <a:ln>
                  <a:noFill/>
                </a:ln>
                <a:solidFill>
                  <a:srgbClr val="080808"/>
                </a:solidFill>
                <a:effectLst/>
                <a:uLnTx/>
                <a:uFillTx/>
                <a:latin typeface="微软雅黑" panose="020B0503020204020204" charset="-122"/>
                <a:ea typeface="微软雅黑" panose="020B0503020204020204" charset="-122"/>
                <a:sym typeface="+mn-ea"/>
              </a:rPr>
              <a:t>API</a:t>
            </a:r>
            <a:r>
              <a:rPr lang="zh-CN" altLang="en-US" sz="1600" noProof="0" dirty="0">
                <a:ln>
                  <a:noFill/>
                </a:ln>
                <a:solidFill>
                  <a:srgbClr val="080808"/>
                </a:solidFill>
                <a:effectLst/>
                <a:uLnTx/>
                <a:uFillTx/>
                <a:latin typeface="微软雅黑" panose="020B0503020204020204" charset="-122"/>
                <a:ea typeface="微软雅黑" panose="020B0503020204020204" charset="-122"/>
                <a:sym typeface="+mn-ea"/>
              </a:rPr>
              <a:t>；</a:t>
            </a:r>
            <a:endPar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50000"/>
              </a:lnSpc>
              <a:spcBef>
                <a:spcPts val="0"/>
              </a:spcBef>
              <a:spcAft>
                <a:spcPts val="0"/>
              </a:spcAft>
              <a:buClrTx/>
              <a:buSzTx/>
              <a:buFontTx/>
              <a:buNone/>
              <a:defRPr/>
            </a:pPr>
            <a:r>
              <a:rPr lang="en-US" altLang="zh-CN" sz="1600" dirty="0">
                <a:solidFill>
                  <a:srgbClr val="080808"/>
                </a:solidFill>
                <a:latin typeface="微软雅黑" panose="020B0503020204020204" charset="-122"/>
                <a:ea typeface="微软雅黑" panose="020B0503020204020204" charset="-122"/>
              </a:rPr>
              <a:t>4</a:t>
            </a:r>
            <a:r>
              <a:rPr lang="zh-CN" altLang="en-US" sz="1600" dirty="0">
                <a:solidFill>
                  <a:srgbClr val="080808"/>
                </a:solidFill>
                <a:latin typeface="微软雅黑" panose="020B0503020204020204" charset="-122"/>
                <a:ea typeface="微软雅黑" panose="020B0503020204020204" charset="-122"/>
              </a:rPr>
              <a:t>、测试</a:t>
            </a:r>
            <a:r>
              <a:rPr lang="en-US" altLang="zh-CN" sz="1600" dirty="0">
                <a:solidFill>
                  <a:srgbClr val="080808"/>
                </a:solidFill>
                <a:latin typeface="微软雅黑" panose="020B0503020204020204" charset="-122"/>
                <a:ea typeface="微软雅黑" panose="020B0503020204020204" charset="-122"/>
              </a:rPr>
              <a:t>API</a:t>
            </a:r>
            <a:r>
              <a:rPr lang="zh-CN" altLang="en-US" sz="1600" dirty="0">
                <a:solidFill>
                  <a:srgbClr val="080808"/>
                </a:solidFill>
                <a:latin typeface="微软雅黑" panose="020B0503020204020204" charset="-122"/>
                <a:ea typeface="微软雅黑" panose="020B0503020204020204" charset="-122"/>
              </a:rPr>
              <a:t>调用、消息推送、指令下发</a:t>
            </a:r>
            <a:r>
              <a:rPr lang="zh-CN" altLang="en-US" sz="1600" noProof="0" dirty="0">
                <a:ln>
                  <a:noFill/>
                </a:ln>
                <a:solidFill>
                  <a:srgbClr val="080808"/>
                </a:solidFill>
                <a:effectLst/>
                <a:uLnTx/>
                <a:uFillTx/>
                <a:latin typeface="微软雅黑" panose="020B0503020204020204" charset="-122"/>
                <a:ea typeface="微软雅黑" panose="020B0503020204020204" charset="-122"/>
                <a:sym typeface="+mn-ea"/>
              </a:rPr>
              <a:t>；</a:t>
            </a:r>
            <a:endPar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endParaRPr>
          </a:p>
        </p:txBody>
      </p:sp>
      <p:sp>
        <p:nvSpPr>
          <p:cNvPr id="7" name="矩形 6"/>
          <p:cNvSpPr/>
          <p:nvPr/>
        </p:nvSpPr>
        <p:spPr>
          <a:xfrm>
            <a:off x="6373814" y="3206544"/>
            <a:ext cx="3494867"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应用对接</a:t>
            </a:r>
            <a:r>
              <a:rPr kumimoji="1" lang="zh-CN" altLang="en-US" b="1" dirty="0">
                <a:solidFill>
                  <a:srgbClr val="C00000"/>
                </a:solidFill>
                <a:latin typeface="微软雅黑" panose="020B0503020204020204" charset="-122"/>
                <a:ea typeface="微软雅黑" panose="020B0503020204020204" charset="-122"/>
              </a:rPr>
              <a:t>操作步骤</a:t>
            </a:r>
            <a:r>
              <a:rPr kumimoji="1"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（北向）：</a:t>
            </a:r>
          </a:p>
        </p:txBody>
      </p:sp>
      <p:sp>
        <p:nvSpPr>
          <p:cNvPr id="8" name="矩形 7"/>
          <p:cNvSpPr/>
          <p:nvPr/>
        </p:nvSpPr>
        <p:spPr>
          <a:xfrm>
            <a:off x="614853" y="3258025"/>
            <a:ext cx="3494867"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rPr>
              <a:t>终端对接操作步骤（南向）：</a:t>
            </a:r>
          </a:p>
        </p:txBody>
      </p:sp>
      <p:sp>
        <p:nvSpPr>
          <p:cNvPr id="9" name="矩形 8"/>
          <p:cNvSpPr/>
          <p:nvPr/>
        </p:nvSpPr>
        <p:spPr>
          <a:xfrm>
            <a:off x="614853" y="3673705"/>
            <a:ext cx="5270460" cy="1568450"/>
          </a:xfrm>
          <a:prstGeom prst="rect">
            <a:avLst/>
          </a:prstGeom>
          <a:noFill/>
        </p:spPr>
        <p:txBody>
          <a:bodyPr wrap="square" rtlCol="0">
            <a:spAutoFit/>
          </a:bodyPr>
          <a:lstStyle/>
          <a:p>
            <a:pPr>
              <a:lnSpc>
                <a:spcPct val="150000"/>
              </a:lnSpc>
            </a:pPr>
            <a:r>
              <a:rPr lang="en-US" altLang="zh-CN" sz="1600" dirty="0">
                <a:solidFill>
                  <a:srgbClr val="080808"/>
                </a:solidFill>
                <a:latin typeface="微软雅黑" panose="020B0503020204020204" charset="-122"/>
                <a:ea typeface="微软雅黑" panose="020B0503020204020204" charset="-122"/>
              </a:rPr>
              <a:t>1</a:t>
            </a:r>
            <a:r>
              <a:rPr lang="zh-CN" altLang="en-US" sz="1600" dirty="0">
                <a:solidFill>
                  <a:srgbClr val="080808"/>
                </a:solidFill>
                <a:latin typeface="微软雅黑" panose="020B0503020204020204" charset="-122"/>
                <a:ea typeface="微软雅黑" panose="020B0503020204020204" charset="-122"/>
              </a:rPr>
              <a:t>、</a:t>
            </a:r>
            <a:r>
              <a:rPr lang="zh-CN" altLang="en-US" sz="1600" dirty="0">
                <a:solidFill>
                  <a:srgbClr val="080808"/>
                </a:solidFill>
                <a:latin typeface="微软雅黑" panose="020B0503020204020204" charset="-122"/>
                <a:ea typeface="微软雅黑" panose="020B0503020204020204" charset="-122"/>
                <a:sym typeface="+mn-ea"/>
              </a:rPr>
              <a:t>下载</a:t>
            </a:r>
            <a:r>
              <a:rPr lang="en-US" altLang="zh-CN" sz="1600" dirty="0">
                <a:solidFill>
                  <a:srgbClr val="080808"/>
                </a:solidFill>
                <a:latin typeface="微软雅黑" panose="020B0503020204020204" charset="-122"/>
                <a:ea typeface="微软雅黑" panose="020B0503020204020204" charset="-122"/>
                <a:sym typeface="+mn-ea"/>
              </a:rPr>
              <a:t>profile</a:t>
            </a:r>
            <a:r>
              <a:rPr lang="zh-CN" altLang="en-US" sz="1600" dirty="0">
                <a:solidFill>
                  <a:srgbClr val="080808"/>
                </a:solidFill>
                <a:latin typeface="微软雅黑" panose="020B0503020204020204" charset="-122"/>
                <a:ea typeface="微软雅黑" panose="020B0503020204020204" charset="-122"/>
                <a:sym typeface="+mn-ea"/>
              </a:rPr>
              <a:t>文件，由天翼物联上传对应编解码插件；</a:t>
            </a:r>
            <a:endParaRPr lang="en-US" altLang="zh-CN" sz="1600" dirty="0">
              <a:solidFill>
                <a:srgbClr val="080808"/>
              </a:solidFill>
              <a:latin typeface="微软雅黑" panose="020B0503020204020204" charset="-122"/>
              <a:ea typeface="微软雅黑" panose="020B0503020204020204" charset="-122"/>
            </a:endParaRPr>
          </a:p>
          <a:p>
            <a:pPr>
              <a:lnSpc>
                <a:spcPct val="150000"/>
              </a:lnSpc>
            </a:pPr>
            <a:r>
              <a:rPr lang="en-US" altLang="zh-CN" sz="1600" dirty="0">
                <a:solidFill>
                  <a:srgbClr val="080808"/>
                </a:solidFill>
                <a:latin typeface="微软雅黑" panose="020B0503020204020204" charset="-122"/>
                <a:ea typeface="微软雅黑" panose="020B0503020204020204" charset="-122"/>
              </a:rPr>
              <a:t>2</a:t>
            </a:r>
            <a:r>
              <a:rPr lang="zh-CN" altLang="en-US" sz="1600" dirty="0">
                <a:solidFill>
                  <a:srgbClr val="080808"/>
                </a:solidFill>
                <a:latin typeface="微软雅黑" panose="020B0503020204020204" charset="-122"/>
                <a:ea typeface="微软雅黑" panose="020B0503020204020204" charset="-122"/>
              </a:rPr>
              <a:t>、</a:t>
            </a:r>
            <a:r>
              <a:rPr lang="zh-CN" altLang="en-US" sz="1600" dirty="0">
                <a:solidFill>
                  <a:srgbClr val="080808"/>
                </a:solidFill>
                <a:latin typeface="微软雅黑" panose="020B0503020204020204" charset="-122"/>
                <a:ea typeface="微软雅黑" panose="020B0503020204020204" charset="-122"/>
                <a:sym typeface="+mn-ea"/>
              </a:rPr>
              <a:t>创建产品，上传</a:t>
            </a:r>
            <a:r>
              <a:rPr lang="en-US" altLang="zh-CN" sz="1600" dirty="0">
                <a:solidFill>
                  <a:srgbClr val="080808"/>
                </a:solidFill>
                <a:latin typeface="微软雅黑" panose="020B0503020204020204" charset="-122"/>
                <a:ea typeface="微软雅黑" panose="020B0503020204020204" charset="-122"/>
                <a:sym typeface="+mn-ea"/>
              </a:rPr>
              <a:t>profile</a:t>
            </a:r>
            <a:r>
              <a:rPr lang="zh-CN" altLang="en-US" sz="1600" dirty="0">
                <a:solidFill>
                  <a:srgbClr val="080808"/>
                </a:solidFill>
                <a:latin typeface="微软雅黑" panose="020B0503020204020204" charset="-122"/>
                <a:ea typeface="微软雅黑" panose="020B0503020204020204" charset="-122"/>
                <a:sym typeface="+mn-ea"/>
              </a:rPr>
              <a:t>文件；</a:t>
            </a:r>
          </a:p>
          <a:p>
            <a:pPr>
              <a:lnSpc>
                <a:spcPct val="150000"/>
              </a:lnSpc>
            </a:pPr>
            <a:r>
              <a:rPr lang="en-US" altLang="zh-CN" sz="1600" dirty="0">
                <a:solidFill>
                  <a:srgbClr val="080808"/>
                </a:solidFill>
                <a:latin typeface="微软雅黑" panose="020B0503020204020204" charset="-122"/>
                <a:ea typeface="微软雅黑" panose="020B0503020204020204" charset="-122"/>
              </a:rPr>
              <a:t>3</a:t>
            </a:r>
            <a:r>
              <a:rPr lang="zh-CN" altLang="en-US" sz="1600" dirty="0">
                <a:solidFill>
                  <a:srgbClr val="080808"/>
                </a:solidFill>
                <a:latin typeface="微软雅黑" panose="020B0503020204020204" charset="-122"/>
                <a:ea typeface="微软雅黑" panose="020B0503020204020204" charset="-122"/>
              </a:rPr>
              <a:t>、添加</a:t>
            </a:r>
            <a:r>
              <a:rPr lang="en-US" altLang="zh-CN" sz="1600" dirty="0">
                <a:solidFill>
                  <a:srgbClr val="080808"/>
                </a:solidFill>
                <a:latin typeface="微软雅黑" panose="020B0503020204020204" charset="-122"/>
                <a:ea typeface="微软雅黑" panose="020B0503020204020204" charset="-122"/>
              </a:rPr>
              <a:t>1-2</a:t>
            </a:r>
            <a:r>
              <a:rPr lang="zh-CN" altLang="en-US" sz="1600" dirty="0">
                <a:solidFill>
                  <a:srgbClr val="080808"/>
                </a:solidFill>
                <a:latin typeface="微软雅黑" panose="020B0503020204020204" charset="-122"/>
                <a:ea typeface="微软雅黑" panose="020B0503020204020204" charset="-122"/>
              </a:rPr>
              <a:t>台终端至对应产品下，</a:t>
            </a:r>
            <a:r>
              <a:rPr lang="zh-CN" altLang="en-US" sz="1600" dirty="0">
                <a:solidFill>
                  <a:srgbClr val="080808"/>
                </a:solidFill>
                <a:latin typeface="微软雅黑" panose="020B0503020204020204" charset="-122"/>
                <a:ea typeface="微软雅黑" panose="020B0503020204020204" charset="-122"/>
                <a:sym typeface="+mn-ea"/>
              </a:rPr>
              <a:t>由天翼物联配置迁移</a:t>
            </a:r>
            <a:r>
              <a:rPr lang="zh-CN" altLang="en-US" sz="1600" noProof="0" dirty="0">
                <a:ln>
                  <a:noFill/>
                </a:ln>
                <a:solidFill>
                  <a:srgbClr val="080808"/>
                </a:solidFill>
                <a:effectLst/>
                <a:uLnTx/>
                <a:uFillTx/>
                <a:latin typeface="微软雅黑" panose="020B0503020204020204" charset="-122"/>
                <a:ea typeface="微软雅黑" panose="020B0503020204020204" charset="-122"/>
                <a:sym typeface="+mn-ea"/>
              </a:rPr>
              <a:t>；</a:t>
            </a:r>
            <a:endParaRPr lang="en-US" altLang="zh-CN" sz="1600" dirty="0">
              <a:solidFill>
                <a:srgbClr val="080808"/>
              </a:solidFill>
              <a:latin typeface="微软雅黑" panose="020B0503020204020204" charset="-122"/>
              <a:ea typeface="微软雅黑" panose="020B0503020204020204" charset="-122"/>
            </a:endParaRPr>
          </a:p>
          <a:p>
            <a:pPr>
              <a:lnSpc>
                <a:spcPct val="150000"/>
              </a:lnSpc>
            </a:pPr>
            <a:r>
              <a:rPr lang="en-US" altLang="zh-CN" sz="1600" dirty="0">
                <a:solidFill>
                  <a:srgbClr val="080808"/>
                </a:solidFill>
                <a:latin typeface="微软雅黑" panose="020B0503020204020204" charset="-122"/>
                <a:ea typeface="微软雅黑" panose="020B0503020204020204" charset="-122"/>
              </a:rPr>
              <a:t>4</a:t>
            </a:r>
            <a:r>
              <a:rPr lang="zh-CN" altLang="en-US" sz="1600" dirty="0">
                <a:solidFill>
                  <a:srgbClr val="080808"/>
                </a:solidFill>
                <a:latin typeface="微软雅黑" panose="020B0503020204020204" charset="-122"/>
                <a:ea typeface="微软雅黑" panose="020B0503020204020204" charset="-122"/>
              </a:rPr>
              <a:t>、测试终端数据上报</a:t>
            </a:r>
            <a:r>
              <a:rPr lang="zh-CN" altLang="en-US" sz="1600" noProof="0" dirty="0">
                <a:ln>
                  <a:noFill/>
                </a:ln>
                <a:solidFill>
                  <a:srgbClr val="080808"/>
                </a:solidFill>
                <a:effectLst/>
                <a:uLnTx/>
                <a:uFillTx/>
                <a:latin typeface="微软雅黑" panose="020B0503020204020204" charset="-122"/>
                <a:ea typeface="微软雅黑" panose="020B0503020204020204" charset="-122"/>
                <a:sym typeface="+mn-ea"/>
              </a:rPr>
              <a:t>；</a:t>
            </a:r>
            <a:endParaRPr lang="zh-CN" altLang="en-US" sz="1600" dirty="0">
              <a:solidFill>
                <a:srgbClr val="080808"/>
              </a:solidFill>
              <a:latin typeface="微软雅黑" panose="020B0503020204020204" charset="-122"/>
              <a:ea typeface="微软雅黑" panose="020B0503020204020204" charset="-122"/>
            </a:endParaRPr>
          </a:p>
        </p:txBody>
      </p:sp>
      <p:sp>
        <p:nvSpPr>
          <p:cNvPr id="10" name="矩形: 圆角 4"/>
          <p:cNvSpPr/>
          <p:nvPr/>
        </p:nvSpPr>
        <p:spPr>
          <a:xfrm>
            <a:off x="386080" y="2648585"/>
            <a:ext cx="11064875" cy="3740150"/>
          </a:xfrm>
          <a:prstGeom prst="roundRect">
            <a:avLst>
              <a:gd name="adj" fmla="val 1860"/>
            </a:avLst>
          </a:prstGeom>
          <a:noFill/>
          <a:ln w="12700" cap="rnd" cmpd="sng" algn="ctr">
            <a:solidFill>
              <a:srgbClr val="C00000"/>
            </a:solidFill>
            <a:prstDash val="solid"/>
            <a:round/>
          </a:ln>
          <a:effectLst/>
        </p:spPr>
        <p:txBody>
          <a:bodyPr rot="0" spcFirstLastPara="0" vertOverflow="overflow" horzOverflow="overflow" vert="horz" wrap="none" lIns="35992" tIns="35992" rIns="35992" bIns="71983" numCol="1" spcCol="0" rtlCol="0" fromWordArt="0" anchor="b" anchorCtr="0" forceAA="0" compatLnSpc="1">
            <a:noAutofit/>
          </a:bodyPr>
          <a:lstStyle/>
          <a:p>
            <a:pPr defTabSz="914400">
              <a:defRPr/>
            </a:pPr>
            <a:endParaRPr lang="zh-CN" altLang="en-US" sz="1200">
              <a:solidFill>
                <a:prstClr val="black"/>
              </a:solidFill>
              <a:latin typeface="微软雅黑" panose="020B0503020204020204" charset="-122"/>
              <a:ea typeface="微软雅黑" panose="020B0503020204020204" charset="-122"/>
            </a:endParaRPr>
          </a:p>
        </p:txBody>
      </p:sp>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南北向对接介绍</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产品创建（</a:t>
            </a:r>
            <a:r>
              <a:rPr lang="en-US" altLang="zh-CN" sz="2400" dirty="0">
                <a:latin typeface="微软雅黑" panose="020B0503020204020204" charset="-122"/>
                <a:ea typeface="微软雅黑" panose="020B0503020204020204" charset="-122"/>
              </a:rPr>
              <a:t>1/3</a:t>
            </a:r>
            <a:r>
              <a:rPr lang="zh-CN" altLang="en-US"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p:txBody>
      </p:sp>
      <p:sp>
        <p:nvSpPr>
          <p:cNvPr id="2" name="矩形 1"/>
          <p:cNvSpPr/>
          <p:nvPr/>
        </p:nvSpPr>
        <p:spPr>
          <a:xfrm>
            <a:off x="341630" y="856615"/>
            <a:ext cx="4145915" cy="418465"/>
          </a:xfrm>
          <a:prstGeom prst="rect">
            <a:avLst/>
          </a:prstGeom>
        </p:spPr>
        <p:txBody>
          <a:bodyPr>
            <a:noAutofit/>
          </a:bodyPr>
          <a:lstStyle/>
          <a:p>
            <a:pPr marL="342900" lvl="0" indent="-342900">
              <a:lnSpc>
                <a:spcPct val="150000"/>
              </a:lnSpc>
              <a:spcBef>
                <a:spcPts val="600"/>
              </a:spcBef>
              <a:buFont typeface="Wingdings" panose="05000000000000000000" pitchFamily="2" charset="2"/>
              <a:buChar char="n"/>
            </a:pPr>
            <a:r>
              <a:rPr kumimoji="1" lang="zh-CN" altLang="en-US" b="1" dirty="0">
                <a:latin typeface="微软雅黑" panose="020B0503020204020204" charset="-122"/>
                <a:ea typeface="微软雅黑" panose="020B0503020204020204" charset="-122"/>
              </a:rPr>
              <a:t>工作事项：完成产品创建工作。</a:t>
            </a:r>
          </a:p>
        </p:txBody>
      </p:sp>
      <p:pic>
        <p:nvPicPr>
          <p:cNvPr id="4" name="图片 3"/>
          <p:cNvPicPr>
            <a:picLocks noChangeAspect="1"/>
          </p:cNvPicPr>
          <p:nvPr/>
        </p:nvPicPr>
        <p:blipFill>
          <a:blip r:embed="rId2"/>
          <a:stretch>
            <a:fillRect/>
          </a:stretch>
        </p:blipFill>
        <p:spPr>
          <a:xfrm>
            <a:off x="4249420" y="2624455"/>
            <a:ext cx="7790180" cy="1436370"/>
          </a:xfrm>
          <a:prstGeom prst="rect">
            <a:avLst/>
          </a:prstGeom>
        </p:spPr>
      </p:pic>
      <p:pic>
        <p:nvPicPr>
          <p:cNvPr id="6" name="图片 5"/>
          <p:cNvPicPr>
            <a:picLocks noChangeAspect="1"/>
          </p:cNvPicPr>
          <p:nvPr/>
        </p:nvPicPr>
        <p:blipFill>
          <a:blip r:embed="rId3"/>
          <a:srcRect t="1333" r="1718"/>
          <a:stretch>
            <a:fillRect/>
          </a:stretch>
        </p:blipFill>
        <p:spPr>
          <a:xfrm>
            <a:off x="4217670" y="4474845"/>
            <a:ext cx="7806055" cy="1591945"/>
          </a:xfrm>
          <a:prstGeom prst="rect">
            <a:avLst/>
          </a:prstGeom>
        </p:spPr>
      </p:pic>
      <p:sp>
        <p:nvSpPr>
          <p:cNvPr id="7" name="矩形 6"/>
          <p:cNvSpPr/>
          <p:nvPr/>
        </p:nvSpPr>
        <p:spPr>
          <a:xfrm>
            <a:off x="341630" y="1606550"/>
            <a:ext cx="3907155" cy="4684395"/>
          </a:xfrm>
          <a:prstGeom prst="rect">
            <a:avLst/>
          </a:prstGeom>
        </p:spPr>
        <p:txBody>
          <a:bodyPr wrap="square">
            <a:noAutofit/>
          </a:bodyPr>
          <a:lstStyle/>
          <a:p>
            <a:pPr marL="0" indent="0">
              <a:lnSpc>
                <a:spcPct val="150000"/>
              </a:lnSpc>
              <a:buFont typeface="Arial" panose="020B0604020202020204" pitchFamily="34" charset="0"/>
              <a:buNone/>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1</a:t>
            </a:r>
            <a:r>
              <a:rPr lang="zh-CN" altLang="zh-CN" sz="1400" dirty="0">
                <a:latin typeface="微软雅黑" panose="020B0503020204020204" charset="-122"/>
                <a:ea typeface="微软雅黑" panose="020B0503020204020204" charset="-122"/>
                <a:sym typeface="+mn-ea"/>
              </a:rPr>
              <a:t>）登录平台后，点击右上角</a:t>
            </a:r>
            <a:r>
              <a:rPr lang="en-US" altLang="zh-CN" sz="1400" dirty="0">
                <a:latin typeface="微软雅黑" panose="020B0503020204020204" charset="-122"/>
                <a:ea typeface="微软雅黑" panose="020B0503020204020204" charset="-122"/>
                <a:sym typeface="+mn-ea"/>
              </a:rPr>
              <a:t>-</a:t>
            </a:r>
            <a:r>
              <a:rPr lang="zh-CN" altLang="en-US" sz="1400" b="1" dirty="0">
                <a:latin typeface="微软雅黑" panose="020B0503020204020204" charset="-122"/>
                <a:ea typeface="微软雅黑" panose="020B0503020204020204" charset="-122"/>
                <a:sym typeface="+mn-ea"/>
              </a:rPr>
              <a:t>控制台</a:t>
            </a: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a:lnSpc>
                <a:spcPct val="150000"/>
              </a:lnSpc>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2</a:t>
            </a:r>
            <a:r>
              <a:rPr lang="zh-CN" altLang="zh-CN" sz="1400" dirty="0">
                <a:latin typeface="微软雅黑" panose="020B0503020204020204" charset="-122"/>
                <a:ea typeface="微软雅黑" panose="020B0503020204020204" charset="-122"/>
                <a:sym typeface="+mn-ea"/>
              </a:rPr>
              <a:t>）创建</a:t>
            </a:r>
            <a:r>
              <a:rPr lang="en-US" altLang="zh-CN" sz="1400" dirty="0">
                <a:latin typeface="微软雅黑" panose="020B0503020204020204" charset="-122"/>
                <a:ea typeface="微软雅黑" panose="020B0503020204020204" charset="-122"/>
                <a:sym typeface="+mn-ea"/>
              </a:rPr>
              <a:t>profile</a:t>
            </a:r>
            <a:r>
              <a:rPr lang="zh-CN" altLang="en-US" sz="1400" dirty="0">
                <a:latin typeface="微软雅黑" panose="020B0503020204020204" charset="-122"/>
                <a:ea typeface="微软雅黑" panose="020B0503020204020204" charset="-122"/>
                <a:sym typeface="+mn-ea"/>
              </a:rPr>
              <a:t>产品前，需要前往</a:t>
            </a:r>
            <a:r>
              <a:rPr lang="en-US" altLang="zh-CN" sz="1400" dirty="0">
                <a:latin typeface="微软雅黑" panose="020B0503020204020204" charset="-122"/>
                <a:ea typeface="微软雅黑" panose="020B0503020204020204" charset="-122"/>
                <a:sym typeface="+mn-ea"/>
              </a:rPr>
              <a:t>NB</a:t>
            </a:r>
            <a:r>
              <a:rPr lang="zh-CN" altLang="en-US" sz="1400" dirty="0">
                <a:latin typeface="微软雅黑" panose="020B0503020204020204" charset="-122"/>
                <a:ea typeface="微软雅黑" panose="020B0503020204020204" charset="-122"/>
                <a:sym typeface="+mn-ea"/>
              </a:rPr>
              <a:t>网关平台内，提前完成</a:t>
            </a:r>
            <a:r>
              <a:rPr lang="en-US" altLang="zh-CN" sz="1400" dirty="0">
                <a:latin typeface="微软雅黑" panose="020B0503020204020204" charset="-122"/>
                <a:ea typeface="微软雅黑" panose="020B0503020204020204" charset="-122"/>
                <a:sym typeface="+mn-ea"/>
              </a:rPr>
              <a:t>profile</a:t>
            </a:r>
            <a:r>
              <a:rPr lang="zh-CN" altLang="en-US" sz="1400" dirty="0">
                <a:latin typeface="微软雅黑" panose="020B0503020204020204" charset="-122"/>
                <a:ea typeface="微软雅黑" panose="020B0503020204020204" charset="-122"/>
                <a:sym typeface="+mn-ea"/>
              </a:rPr>
              <a:t>文件（产品模型）下载。下载后，将</a:t>
            </a:r>
            <a:r>
              <a:rPr lang="en-US" altLang="zh-CN" sz="1400" dirty="0">
                <a:latin typeface="微软雅黑" panose="020B0503020204020204" charset="-122"/>
                <a:ea typeface="微软雅黑" panose="020B0503020204020204" charset="-122"/>
                <a:sym typeface="+mn-ea"/>
              </a:rPr>
              <a:t>profile</a:t>
            </a:r>
            <a:r>
              <a:rPr lang="zh-CN" altLang="en-US" sz="1400" dirty="0">
                <a:latin typeface="微软雅黑" panose="020B0503020204020204" charset="-122"/>
                <a:ea typeface="微软雅黑" panose="020B0503020204020204" charset="-122"/>
                <a:sym typeface="+mn-ea"/>
              </a:rPr>
              <a:t>文件</a:t>
            </a:r>
            <a:r>
              <a:rPr lang="zh-CN" altLang="en-US" sz="1400" b="1" dirty="0">
                <a:solidFill>
                  <a:srgbClr val="FF0000"/>
                </a:solidFill>
                <a:latin typeface="微软雅黑" panose="020B0503020204020204" charset="-122"/>
                <a:ea typeface="微软雅黑" panose="020B0503020204020204" charset="-122"/>
                <a:sym typeface="+mn-ea"/>
              </a:rPr>
              <a:t>提供给运营人员，进行后台插件上传。</a:t>
            </a:r>
          </a:p>
          <a:p>
            <a:pPr>
              <a:lnSpc>
                <a:spcPct val="150000"/>
              </a:lnSpc>
            </a:pPr>
            <a:endParaRPr lang="en-US" altLang="zh-CN" sz="1400" dirty="0">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a:lnSpc>
                <a:spcPct val="150000"/>
              </a:lnSpc>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3</a:t>
            </a:r>
            <a:r>
              <a:rPr lang="zh-CN"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进入控制台，点击</a:t>
            </a:r>
            <a:r>
              <a:rPr lang="zh-CN" altLang="zh-CN" sz="1400" dirty="0">
                <a:latin typeface="微软雅黑" panose="020B0503020204020204" charset="-122"/>
                <a:ea typeface="微软雅黑" panose="020B0503020204020204" charset="-122"/>
                <a:sym typeface="+mn-ea"/>
              </a:rPr>
              <a:t>左侧</a:t>
            </a:r>
            <a:r>
              <a:rPr lang="zh-CN" altLang="en-US" sz="1400" dirty="0">
                <a:latin typeface="微软雅黑" panose="020B0503020204020204" charset="-122"/>
                <a:ea typeface="微软雅黑" panose="020B0503020204020204" charset="-122"/>
                <a:sym typeface="+mn-ea"/>
              </a:rPr>
              <a:t> </a:t>
            </a:r>
            <a:r>
              <a:rPr lang="zh-CN" altLang="zh-CN" sz="1400" dirty="0">
                <a:latin typeface="微软雅黑" panose="020B0503020204020204" charset="-122"/>
                <a:ea typeface="微软雅黑" panose="020B0503020204020204" charset="-122"/>
                <a:sym typeface="+mn-ea"/>
              </a:rPr>
              <a:t>“</a:t>
            </a:r>
            <a:r>
              <a:rPr lang="zh-CN" altLang="zh-CN" sz="1400" b="1" dirty="0">
                <a:latin typeface="微软雅黑" panose="020B0503020204020204" charset="-122"/>
                <a:ea typeface="微软雅黑" panose="020B0503020204020204" charset="-122"/>
                <a:sym typeface="+mn-ea"/>
              </a:rPr>
              <a:t>设备管理</a:t>
            </a:r>
            <a:r>
              <a:rPr lang="zh-CN" altLang="zh-CN" sz="1400" dirty="0">
                <a:latin typeface="微软雅黑" panose="020B0503020204020204" charset="-122"/>
                <a:ea typeface="微软雅黑" panose="020B0503020204020204" charset="-122"/>
                <a:sym typeface="+mn-ea"/>
              </a:rPr>
              <a:t>”，</a:t>
            </a:r>
          </a:p>
          <a:p>
            <a:pPr>
              <a:lnSpc>
                <a:spcPct val="150000"/>
              </a:lnSpc>
            </a:pPr>
            <a:r>
              <a:rPr lang="zh-CN" altLang="zh-CN" sz="1400" dirty="0">
                <a:latin typeface="微软雅黑" panose="020B0503020204020204" charset="-122"/>
                <a:ea typeface="微软雅黑" panose="020B0503020204020204" charset="-122"/>
                <a:sym typeface="+mn-ea"/>
              </a:rPr>
              <a:t>选择</a:t>
            </a:r>
            <a:r>
              <a:rPr lang="en-US" altLang="zh-CN" sz="1400" dirty="0">
                <a:latin typeface="微软雅黑" panose="020B0503020204020204" charset="-122"/>
                <a:ea typeface="微软雅黑" panose="020B0503020204020204" charset="-122"/>
                <a:sym typeface="+mn-ea"/>
              </a:rPr>
              <a:t>“</a:t>
            </a:r>
            <a:r>
              <a:rPr lang="zh-CN" altLang="en-US" sz="1400" b="1" dirty="0">
                <a:latin typeface="微软雅黑" panose="020B0503020204020204" charset="-122"/>
                <a:ea typeface="微软雅黑" panose="020B0503020204020204" charset="-122"/>
                <a:sym typeface="+mn-ea"/>
              </a:rPr>
              <a:t>产品</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，点击右上角</a:t>
            </a:r>
            <a:r>
              <a:rPr lang="en-US" altLang="zh-CN" sz="1400" dirty="0">
                <a:latin typeface="微软雅黑" panose="020B0503020204020204" charset="-122"/>
                <a:ea typeface="微软雅黑" panose="020B0503020204020204" charset="-122"/>
                <a:sym typeface="+mn-ea"/>
              </a:rPr>
              <a:t>“</a:t>
            </a:r>
            <a:r>
              <a:rPr lang="zh-CN" altLang="en-US" sz="1400" b="1" dirty="0">
                <a:latin typeface="微软雅黑" panose="020B0503020204020204" charset="-122"/>
                <a:ea typeface="微软雅黑" panose="020B0503020204020204" charset="-122"/>
                <a:sym typeface="+mn-ea"/>
              </a:rPr>
              <a:t>创建产品</a:t>
            </a:r>
            <a:r>
              <a:rPr lang="en-US" altLang="zh-CN" sz="1400" dirty="0">
                <a:latin typeface="微软雅黑" panose="020B0503020204020204" charset="-122"/>
                <a:ea typeface="微软雅黑" panose="020B0503020204020204" charset="-122"/>
                <a:sym typeface="+mn-ea"/>
              </a:rPr>
              <a:t>”</a:t>
            </a:r>
          </a:p>
          <a:p>
            <a:pPr>
              <a:lnSpc>
                <a:spcPct val="150000"/>
              </a:lnSpc>
            </a:pPr>
            <a:endParaRPr lang="zh-CN" altLang="en-US" sz="1400" dirty="0">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4"/>
          <a:stretch>
            <a:fillRect/>
          </a:stretch>
        </p:blipFill>
        <p:spPr>
          <a:xfrm>
            <a:off x="4249420" y="1295400"/>
            <a:ext cx="7532370" cy="1114425"/>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产品创建</a:t>
            </a:r>
            <a:r>
              <a:rPr lang="zh-CN" altLang="en-US" sz="2400" dirty="0">
                <a:latin typeface="微软雅黑" panose="020B0503020204020204" charset="-122"/>
                <a:ea typeface="微软雅黑" panose="020B0503020204020204" charset="-122"/>
                <a:sym typeface="+mn-ea"/>
              </a:rPr>
              <a:t>（</a:t>
            </a:r>
            <a:r>
              <a:rPr lang="en-US" altLang="zh-CN" sz="2400" dirty="0">
                <a:latin typeface="微软雅黑" panose="020B0503020204020204" charset="-122"/>
                <a:ea typeface="微软雅黑" panose="020B0503020204020204" charset="-122"/>
                <a:sym typeface="+mn-ea"/>
              </a:rPr>
              <a:t>2/3</a:t>
            </a:r>
            <a:r>
              <a:rPr lang="zh-CN" altLang="en-US" sz="2400" dirty="0">
                <a:latin typeface="微软雅黑" panose="020B0503020204020204" charset="-122"/>
                <a:ea typeface="微软雅黑" panose="020B0503020204020204" charset="-122"/>
                <a:sym typeface="+mn-ea"/>
              </a:rPr>
              <a:t>）</a:t>
            </a:r>
            <a:endParaRPr lang="en-US" altLang="zh-CN" sz="2400" dirty="0">
              <a:latin typeface="微软雅黑" panose="020B0503020204020204" charset="-122"/>
              <a:ea typeface="微软雅黑" panose="020B0503020204020204" charset="-122"/>
            </a:endParaRPr>
          </a:p>
        </p:txBody>
      </p:sp>
      <p:sp>
        <p:nvSpPr>
          <p:cNvPr id="3" name="矩形 2"/>
          <p:cNvSpPr/>
          <p:nvPr/>
        </p:nvSpPr>
        <p:spPr>
          <a:xfrm>
            <a:off x="394335" y="850900"/>
            <a:ext cx="10458450" cy="544830"/>
          </a:xfrm>
          <a:prstGeom prst="rect">
            <a:avLst/>
          </a:prstGeom>
        </p:spPr>
        <p:txBody>
          <a:bodyPr wrap="square">
            <a:noAutofit/>
          </a:bodyPr>
          <a:lstStyle/>
          <a:p>
            <a:pPr marL="0" indent="0">
              <a:lnSpc>
                <a:spcPct val="150000"/>
              </a:lnSpc>
              <a:buFont typeface="Arial" panose="020B0604020202020204" pitchFamily="34" charset="0"/>
              <a:buNone/>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4</a:t>
            </a:r>
            <a:r>
              <a:rPr lang="zh-CN" altLang="en-US" sz="1600" dirty="0">
                <a:latin typeface="微软雅黑" panose="020B0503020204020204" charset="-122"/>
                <a:ea typeface="微软雅黑" panose="020B0503020204020204" charset="-122"/>
                <a:sym typeface="+mn-ea"/>
              </a:rPr>
              <a:t>）请按以下</a:t>
            </a:r>
            <a:r>
              <a:rPr lang="en-US" altLang="zh-CN" sz="1600" dirty="0">
                <a:latin typeface="微软雅黑" panose="020B0503020204020204" charset="-122"/>
                <a:ea typeface="微软雅黑" panose="020B0503020204020204" charset="-122"/>
                <a:sym typeface="+mn-ea"/>
              </a:rPr>
              <a:t>profile</a:t>
            </a:r>
            <a:r>
              <a:rPr lang="zh-CN" altLang="en-US" sz="1600" dirty="0">
                <a:latin typeface="微软雅黑" panose="020B0503020204020204" charset="-122"/>
                <a:ea typeface="微软雅黑" panose="020B0503020204020204" charset="-122"/>
                <a:sym typeface="+mn-ea"/>
              </a:rPr>
              <a:t>产品创建示例，进行产品创建工作。省电模式根据自身产品特性选择</a:t>
            </a:r>
            <a:r>
              <a:rPr lang="en-US" altLang="zh-CN" sz="1600" dirty="0">
                <a:latin typeface="微软雅黑" panose="020B0503020204020204" charset="-122"/>
                <a:ea typeface="微软雅黑" panose="020B0503020204020204" charset="-122"/>
                <a:sym typeface="+mn-ea"/>
              </a:rPr>
              <a:t>PSM</a:t>
            </a:r>
            <a:r>
              <a:rPr lang="zh-CN" altLang="en-US" sz="1600" dirty="0">
                <a:latin typeface="微软雅黑" panose="020B0503020204020204" charset="-122"/>
                <a:ea typeface="微软雅黑" panose="020B0503020204020204" charset="-122"/>
                <a:sym typeface="+mn-ea"/>
              </a:rPr>
              <a:t>还是</a:t>
            </a:r>
            <a:r>
              <a:rPr lang="en-US" altLang="zh-CN" sz="1600" dirty="0">
                <a:latin typeface="微软雅黑" panose="020B0503020204020204" charset="-122"/>
                <a:ea typeface="微软雅黑" panose="020B0503020204020204" charset="-122"/>
                <a:sym typeface="+mn-ea"/>
              </a:rPr>
              <a:t>DRX</a:t>
            </a:r>
            <a:r>
              <a:rPr lang="zh-CN" altLang="en-US" sz="1600" dirty="0">
                <a:latin typeface="微软雅黑" panose="020B0503020204020204" charset="-122"/>
                <a:ea typeface="微软雅黑" panose="020B0503020204020204" charset="-122"/>
                <a:sym typeface="+mn-ea"/>
              </a:rPr>
              <a:t>模式。</a:t>
            </a:r>
          </a:p>
        </p:txBody>
      </p:sp>
      <p:pic>
        <p:nvPicPr>
          <p:cNvPr id="5" name="图片 4"/>
          <p:cNvPicPr>
            <a:picLocks noChangeAspect="1"/>
          </p:cNvPicPr>
          <p:nvPr/>
        </p:nvPicPr>
        <p:blipFill>
          <a:blip r:embed="rId2"/>
          <a:stretch>
            <a:fillRect/>
          </a:stretch>
        </p:blipFill>
        <p:spPr>
          <a:xfrm>
            <a:off x="1739900" y="1340485"/>
            <a:ext cx="8465185" cy="5363210"/>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产品创建</a:t>
            </a:r>
            <a:r>
              <a:rPr lang="zh-CN" altLang="en-US" sz="2400" dirty="0">
                <a:latin typeface="微软雅黑" panose="020B0503020204020204" charset="-122"/>
                <a:ea typeface="微软雅黑" panose="020B0503020204020204" charset="-122"/>
                <a:sym typeface="+mn-ea"/>
              </a:rPr>
              <a:t>（</a:t>
            </a:r>
            <a:r>
              <a:rPr lang="en-US" altLang="zh-CN" sz="2400" dirty="0">
                <a:latin typeface="微软雅黑" panose="020B0503020204020204" charset="-122"/>
                <a:ea typeface="微软雅黑" panose="020B0503020204020204" charset="-122"/>
                <a:sym typeface="+mn-ea"/>
              </a:rPr>
              <a:t>3/3</a:t>
            </a:r>
            <a:r>
              <a:rPr lang="zh-CN" altLang="en-US" sz="2400" dirty="0">
                <a:latin typeface="微软雅黑" panose="020B0503020204020204" charset="-122"/>
                <a:ea typeface="微软雅黑" panose="020B0503020204020204" charset="-122"/>
                <a:sym typeface="+mn-ea"/>
              </a:rPr>
              <a:t>）</a:t>
            </a:r>
            <a:endParaRPr lang="en-US" altLang="zh-CN" sz="2400" dirty="0">
              <a:latin typeface="微软雅黑" panose="020B0503020204020204" charset="-122"/>
              <a:ea typeface="微软雅黑" panose="020B0503020204020204" charset="-122"/>
            </a:endParaRPr>
          </a:p>
        </p:txBody>
      </p:sp>
      <p:sp>
        <p:nvSpPr>
          <p:cNvPr id="7" name="矩形 6"/>
          <p:cNvSpPr/>
          <p:nvPr/>
        </p:nvSpPr>
        <p:spPr>
          <a:xfrm>
            <a:off x="464820" y="1086485"/>
            <a:ext cx="4077335" cy="4684395"/>
          </a:xfrm>
          <a:prstGeom prst="rect">
            <a:avLst/>
          </a:prstGeom>
        </p:spPr>
        <p:txBody>
          <a:bodyPr wrap="square">
            <a:noAutofit/>
          </a:bodyPr>
          <a:lstStyle/>
          <a:p>
            <a:pPr marL="0" indent="0">
              <a:lnSpc>
                <a:spcPct val="150000"/>
              </a:lnSpc>
              <a:buFont typeface="Arial" panose="020B0604020202020204" pitchFamily="34" charset="0"/>
              <a:buNone/>
            </a:pPr>
            <a:endParaRPr lang="zh-CN" altLang="zh-CN" sz="1600" dirty="0">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5</a:t>
            </a:r>
            <a:r>
              <a:rPr lang="zh-CN" altLang="zh-CN" sz="1400" dirty="0">
                <a:latin typeface="微软雅黑" panose="020B0503020204020204" charset="-122"/>
                <a:ea typeface="微软雅黑" panose="020B0503020204020204" charset="-122"/>
                <a:sym typeface="+mn-ea"/>
              </a:rPr>
              <a:t>）产品创建完成后，可见右图</a:t>
            </a: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a:lnSpc>
                <a:spcPct val="150000"/>
              </a:lnSpc>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6</a:t>
            </a:r>
            <a:r>
              <a:rPr lang="zh-CN"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点击产品，进入</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产品概况</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，可见产品基础参数及设备接入地址（后续</a:t>
            </a:r>
            <a:r>
              <a:rPr lang="en-US" altLang="zh-CN" sz="1400" dirty="0">
                <a:latin typeface="微软雅黑" panose="020B0503020204020204" charset="-122"/>
                <a:ea typeface="微软雅黑" panose="020B0503020204020204" charset="-122"/>
                <a:sym typeface="+mn-ea"/>
              </a:rPr>
              <a:t>API</a:t>
            </a:r>
            <a:r>
              <a:rPr lang="zh-CN" altLang="en-US" sz="1400" dirty="0">
                <a:latin typeface="微软雅黑" panose="020B0503020204020204" charset="-122"/>
                <a:ea typeface="微软雅黑" panose="020B0503020204020204" charset="-122"/>
                <a:sym typeface="+mn-ea"/>
              </a:rPr>
              <a:t>接口开发需要使用此处参数）</a:t>
            </a: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7</a:t>
            </a:r>
            <a:r>
              <a:rPr lang="zh-CN" altLang="zh-CN" sz="1400" dirty="0">
                <a:latin typeface="微软雅黑" panose="020B0503020204020204" charset="-122"/>
                <a:ea typeface="微软雅黑" panose="020B0503020204020204" charset="-122"/>
                <a:sym typeface="+mn-ea"/>
              </a:rPr>
              <a:t>）点击</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服务定义</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，可见</a:t>
            </a:r>
            <a:r>
              <a:rPr lang="en-US" altLang="zh-CN" sz="1400" dirty="0">
                <a:latin typeface="微软雅黑" panose="020B0503020204020204" charset="-122"/>
                <a:ea typeface="微软雅黑" panose="020B0503020204020204" charset="-122"/>
                <a:sym typeface="+mn-ea"/>
              </a:rPr>
              <a:t>profile</a:t>
            </a:r>
            <a:r>
              <a:rPr lang="zh-CN" altLang="en-US" sz="1400" dirty="0">
                <a:latin typeface="微软雅黑" panose="020B0503020204020204" charset="-122"/>
                <a:ea typeface="微软雅黑" panose="020B0503020204020204" charset="-122"/>
                <a:sym typeface="+mn-ea"/>
              </a:rPr>
              <a:t>产品模型的服务及属性信息（后续指令下发接口需要使用此处服务属性标识）</a:t>
            </a:r>
          </a:p>
          <a:p>
            <a:pPr>
              <a:lnSpc>
                <a:spcPct val="150000"/>
              </a:lnSpc>
            </a:pPr>
            <a:endParaRPr lang="zh-CN" altLang="en-US" sz="1400" dirty="0">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2"/>
          <a:srcRect t="16756"/>
          <a:stretch>
            <a:fillRect/>
          </a:stretch>
        </p:blipFill>
        <p:spPr>
          <a:xfrm>
            <a:off x="4899660" y="1000760"/>
            <a:ext cx="3973830" cy="1577340"/>
          </a:xfrm>
          <a:prstGeom prst="rect">
            <a:avLst/>
          </a:prstGeom>
        </p:spPr>
      </p:pic>
      <p:pic>
        <p:nvPicPr>
          <p:cNvPr id="5" name="图片 4"/>
          <p:cNvPicPr>
            <a:picLocks noChangeAspect="1"/>
          </p:cNvPicPr>
          <p:nvPr/>
        </p:nvPicPr>
        <p:blipFill>
          <a:blip r:embed="rId3"/>
          <a:stretch>
            <a:fillRect/>
          </a:stretch>
        </p:blipFill>
        <p:spPr>
          <a:xfrm>
            <a:off x="4833620" y="2609850"/>
            <a:ext cx="6891020" cy="1560830"/>
          </a:xfrm>
          <a:prstGeom prst="rect">
            <a:avLst/>
          </a:prstGeom>
        </p:spPr>
      </p:pic>
      <p:pic>
        <p:nvPicPr>
          <p:cNvPr id="8" name="图片 7"/>
          <p:cNvPicPr>
            <a:picLocks noChangeAspect="1"/>
          </p:cNvPicPr>
          <p:nvPr/>
        </p:nvPicPr>
        <p:blipFill>
          <a:blip r:embed="rId4"/>
          <a:srcRect l="979"/>
          <a:stretch>
            <a:fillRect/>
          </a:stretch>
        </p:blipFill>
        <p:spPr>
          <a:xfrm>
            <a:off x="4833620" y="4276090"/>
            <a:ext cx="6824345" cy="2392045"/>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设备添加</a:t>
            </a:r>
          </a:p>
        </p:txBody>
      </p:sp>
      <p:sp>
        <p:nvSpPr>
          <p:cNvPr id="7" name="矩形 6"/>
          <p:cNvSpPr/>
          <p:nvPr/>
        </p:nvSpPr>
        <p:spPr>
          <a:xfrm>
            <a:off x="464820" y="1086485"/>
            <a:ext cx="4077335" cy="5240020"/>
          </a:xfrm>
          <a:prstGeom prst="rect">
            <a:avLst/>
          </a:prstGeom>
        </p:spPr>
        <p:txBody>
          <a:bodyPr wrap="square">
            <a:noAutofit/>
          </a:bodyPr>
          <a:lstStyle/>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1</a:t>
            </a:r>
            <a:r>
              <a:rPr lang="zh-CN"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点击</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设备管理</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，选择添加设备，即可进行设备添加</a:t>
            </a:r>
            <a:endParaRPr lang="zh-CN" altLang="zh-CN" sz="1400" dirty="0">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a:lnSpc>
                <a:spcPct val="150000"/>
              </a:lnSpc>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2</a:t>
            </a:r>
            <a:r>
              <a:rPr lang="zh-CN"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请按右侧，设备添加示例进行设备添加操作</a:t>
            </a: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3</a:t>
            </a:r>
            <a:r>
              <a:rPr lang="zh-CN"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添加完成后，可见右图，可见设备基础信息（后续</a:t>
            </a:r>
            <a:r>
              <a:rPr lang="en-US" altLang="zh-CN" sz="1400" dirty="0">
                <a:latin typeface="微软雅黑" panose="020B0503020204020204" charset="-122"/>
                <a:ea typeface="微软雅黑" panose="020B0503020204020204" charset="-122"/>
                <a:sym typeface="+mn-ea"/>
              </a:rPr>
              <a:t>API</a:t>
            </a:r>
            <a:r>
              <a:rPr lang="zh-CN" altLang="en-US" sz="1400" dirty="0">
                <a:latin typeface="微软雅黑" panose="020B0503020204020204" charset="-122"/>
                <a:ea typeface="微软雅黑" panose="020B0503020204020204" charset="-122"/>
                <a:sym typeface="+mn-ea"/>
              </a:rPr>
              <a:t>接口开发需要使用此处参数）</a:t>
            </a: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endParaRPr lang="zh-CN" altLang="en-US" sz="1600" dirty="0">
              <a:latin typeface="微软雅黑" panose="020B0503020204020204" charset="-122"/>
              <a:ea typeface="微软雅黑" panose="020B0503020204020204" charset="-122"/>
              <a:sym typeface="+mn-ea"/>
            </a:endParaRPr>
          </a:p>
          <a:p>
            <a:pPr>
              <a:lnSpc>
                <a:spcPct val="150000"/>
              </a:lnSpc>
            </a:pPr>
            <a:endParaRPr lang="zh-CN" altLang="en-US" sz="1600" dirty="0">
              <a:latin typeface="微软雅黑" panose="020B0503020204020204" charset="-122"/>
              <a:ea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4542155" y="1243965"/>
            <a:ext cx="7432675" cy="1240155"/>
          </a:xfrm>
          <a:prstGeom prst="rect">
            <a:avLst/>
          </a:prstGeom>
        </p:spPr>
      </p:pic>
      <p:pic>
        <p:nvPicPr>
          <p:cNvPr id="4" name="图片 3"/>
          <p:cNvPicPr>
            <a:picLocks noChangeAspect="1"/>
          </p:cNvPicPr>
          <p:nvPr/>
        </p:nvPicPr>
        <p:blipFill>
          <a:blip r:embed="rId3"/>
          <a:stretch>
            <a:fillRect/>
          </a:stretch>
        </p:blipFill>
        <p:spPr>
          <a:xfrm>
            <a:off x="4542155" y="2484120"/>
            <a:ext cx="3962400" cy="2601595"/>
          </a:xfrm>
          <a:prstGeom prst="rect">
            <a:avLst/>
          </a:prstGeom>
        </p:spPr>
      </p:pic>
      <p:pic>
        <p:nvPicPr>
          <p:cNvPr id="6" name="图片 5"/>
          <p:cNvPicPr>
            <a:picLocks noChangeAspect="1"/>
          </p:cNvPicPr>
          <p:nvPr/>
        </p:nvPicPr>
        <p:blipFill>
          <a:blip r:embed="rId4"/>
          <a:stretch>
            <a:fillRect/>
          </a:stretch>
        </p:blipFill>
        <p:spPr>
          <a:xfrm>
            <a:off x="4542155" y="5236210"/>
            <a:ext cx="7455535" cy="1276985"/>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设备上电上线上报</a:t>
            </a:r>
          </a:p>
        </p:txBody>
      </p:sp>
      <p:sp>
        <p:nvSpPr>
          <p:cNvPr id="7" name="矩形 6"/>
          <p:cNvSpPr/>
          <p:nvPr/>
        </p:nvSpPr>
        <p:spPr>
          <a:xfrm>
            <a:off x="464820" y="1086485"/>
            <a:ext cx="4077335" cy="4993005"/>
          </a:xfrm>
          <a:prstGeom prst="rect">
            <a:avLst/>
          </a:prstGeom>
        </p:spPr>
        <p:txBody>
          <a:bodyPr wrap="square">
            <a:noAutofit/>
          </a:bodyPr>
          <a:lstStyle/>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1</a:t>
            </a:r>
            <a:r>
              <a:rPr lang="zh-CN" altLang="zh-CN" sz="1400" dirty="0">
                <a:latin typeface="微软雅黑" panose="020B0503020204020204" charset="-122"/>
                <a:ea typeface="微软雅黑" panose="020B0503020204020204" charset="-122"/>
                <a:sym typeface="+mn-ea"/>
              </a:rPr>
              <a:t>）设备添加完成后，客户需要将设备</a:t>
            </a:r>
            <a:r>
              <a:rPr lang="en-US" altLang="zh-CN" sz="1400" dirty="0">
                <a:latin typeface="微软雅黑" panose="020B0503020204020204" charset="-122"/>
                <a:ea typeface="微软雅黑" panose="020B0503020204020204" charset="-122"/>
                <a:sym typeface="+mn-ea"/>
              </a:rPr>
              <a:t>IMEI/ICCID/IMSI</a:t>
            </a:r>
            <a:r>
              <a:rPr lang="zh-CN" altLang="en-US" sz="1400" dirty="0">
                <a:latin typeface="微软雅黑" panose="020B0503020204020204" charset="-122"/>
                <a:ea typeface="微软雅黑" panose="020B0503020204020204" charset="-122"/>
                <a:sym typeface="+mn-ea"/>
              </a:rPr>
              <a:t>信息提供给运营人员进行无感迁移操作。</a:t>
            </a:r>
            <a:endParaRPr lang="zh-CN" altLang="zh-CN" sz="1400" dirty="0">
              <a:latin typeface="微软雅黑" panose="020B0503020204020204" charset="-122"/>
              <a:ea typeface="微软雅黑" panose="020B0503020204020204" charset="-122"/>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marL="0" indent="0">
              <a:lnSpc>
                <a:spcPct val="150000"/>
              </a:lnSpc>
              <a:buFont typeface="Arial" panose="020B0604020202020204" pitchFamily="34" charset="0"/>
              <a:buNone/>
            </a:pPr>
            <a:endParaRPr lang="zh-CN" altLang="zh-CN" sz="1400" dirty="0">
              <a:latin typeface="微软雅黑" panose="020B0503020204020204" charset="-122"/>
              <a:ea typeface="微软雅黑" panose="020B0503020204020204" charset="-122"/>
            </a:endParaRPr>
          </a:p>
          <a:p>
            <a:pPr>
              <a:lnSpc>
                <a:spcPct val="150000"/>
              </a:lnSpc>
            </a:pPr>
            <a:r>
              <a:rPr lang="zh-CN" alt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2</a:t>
            </a:r>
            <a:r>
              <a:rPr lang="zh-CN" altLang="zh-CN" sz="1400" dirty="0">
                <a:latin typeface="微软雅黑" panose="020B0503020204020204" charset="-122"/>
                <a:ea typeface="微软雅黑" panose="020B0503020204020204" charset="-122"/>
                <a:sym typeface="+mn-ea"/>
              </a:rPr>
              <a:t>）待运营人员</a:t>
            </a:r>
            <a:r>
              <a:rPr lang="zh-CN" altLang="en-US" sz="1400" dirty="0">
                <a:latin typeface="微软雅黑" panose="020B0503020204020204" charset="-122"/>
                <a:ea typeface="微软雅黑" panose="020B0503020204020204" charset="-122"/>
                <a:sym typeface="+mn-ea"/>
              </a:rPr>
              <a:t>完成无感迁移操作后，待设备上行数据后，查看设备是否正常激活上线。</a:t>
            </a: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endParaRPr lang="zh-CN" altLang="en-US" sz="1400" dirty="0">
              <a:latin typeface="微软雅黑" panose="020B0503020204020204" charset="-122"/>
              <a:ea typeface="微软雅黑" panose="020B0503020204020204" charset="-122"/>
              <a:sym typeface="+mn-ea"/>
            </a:endParaRPr>
          </a:p>
          <a:p>
            <a:pPr>
              <a:lnSpc>
                <a:spcPct val="150000"/>
              </a:lnSpc>
            </a:pP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3</a:t>
            </a:r>
            <a:r>
              <a:rPr lang="zh-CN" altLang="en-US" sz="1400" dirty="0">
                <a:latin typeface="微软雅黑" panose="020B0503020204020204" charset="-122"/>
                <a:ea typeface="微软雅黑" panose="020B0503020204020204" charset="-122"/>
                <a:sym typeface="+mn-ea"/>
              </a:rPr>
              <a:t>）再前往</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数据查看</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，输入设备</a:t>
            </a:r>
            <a:r>
              <a:rPr lang="en-US" altLang="zh-CN" sz="1400" dirty="0">
                <a:latin typeface="微软雅黑" panose="020B0503020204020204" charset="-122"/>
                <a:ea typeface="微软雅黑" panose="020B0503020204020204" charset="-122"/>
                <a:sym typeface="+mn-ea"/>
              </a:rPr>
              <a:t>id</a:t>
            </a:r>
            <a:r>
              <a:rPr lang="zh-CN" altLang="en-US" sz="1400" dirty="0">
                <a:latin typeface="微软雅黑" panose="020B0503020204020204" charset="-122"/>
                <a:ea typeface="微软雅黑" panose="020B0503020204020204" charset="-122"/>
                <a:sym typeface="+mn-ea"/>
              </a:rPr>
              <a:t>，查看设备，是否有上行数据信息。</a:t>
            </a:r>
          </a:p>
        </p:txBody>
      </p:sp>
      <p:pic>
        <p:nvPicPr>
          <p:cNvPr id="6" name="图片 5"/>
          <p:cNvPicPr>
            <a:picLocks noChangeAspect="1"/>
          </p:cNvPicPr>
          <p:nvPr/>
        </p:nvPicPr>
        <p:blipFill>
          <a:blip r:embed="rId2"/>
          <a:stretch>
            <a:fillRect/>
          </a:stretch>
        </p:blipFill>
        <p:spPr>
          <a:xfrm>
            <a:off x="4683125" y="3261995"/>
            <a:ext cx="7135495" cy="1144270"/>
          </a:xfrm>
          <a:prstGeom prst="rect">
            <a:avLst/>
          </a:prstGeom>
        </p:spPr>
      </p:pic>
      <p:pic>
        <p:nvPicPr>
          <p:cNvPr id="8" name="图片 7"/>
          <p:cNvPicPr>
            <a:picLocks noChangeAspect="1"/>
          </p:cNvPicPr>
          <p:nvPr/>
        </p:nvPicPr>
        <p:blipFill>
          <a:blip r:embed="rId3"/>
          <a:stretch>
            <a:fillRect/>
          </a:stretch>
        </p:blipFill>
        <p:spPr>
          <a:xfrm>
            <a:off x="4683125" y="4763135"/>
            <a:ext cx="7113270" cy="1582420"/>
          </a:xfrm>
          <a:prstGeom prst="rect">
            <a:avLst/>
          </a:prstGeom>
        </p:spPr>
      </p:pic>
      <p:pic>
        <p:nvPicPr>
          <p:cNvPr id="2" name="图片 1"/>
          <p:cNvPicPr>
            <a:picLocks noChangeAspect="1"/>
          </p:cNvPicPr>
          <p:nvPr/>
        </p:nvPicPr>
        <p:blipFill>
          <a:blip r:embed="rId4"/>
          <a:stretch>
            <a:fillRect/>
          </a:stretch>
        </p:blipFill>
        <p:spPr>
          <a:xfrm>
            <a:off x="4620260" y="1024255"/>
            <a:ext cx="4775835" cy="188087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消息流转</a:t>
            </a:r>
            <a:r>
              <a:rPr lang="en-US" altLang="zh-CN" sz="2400" dirty="0">
                <a:latin typeface="微软雅黑" panose="020B0503020204020204" charset="-122"/>
                <a:ea typeface="微软雅黑" panose="020B0503020204020204" charset="-122"/>
              </a:rPr>
              <a:t>-HTTP</a:t>
            </a:r>
            <a:r>
              <a:rPr lang="zh-CN" altLang="en-US" sz="2400" dirty="0">
                <a:latin typeface="微软雅黑" panose="020B0503020204020204" charset="-122"/>
                <a:ea typeface="微软雅黑" panose="020B0503020204020204" charset="-122"/>
              </a:rPr>
              <a:t>推送地址添加</a:t>
            </a:r>
          </a:p>
        </p:txBody>
      </p:sp>
      <p:sp>
        <p:nvSpPr>
          <p:cNvPr id="7" name="矩形 6"/>
          <p:cNvSpPr/>
          <p:nvPr/>
        </p:nvSpPr>
        <p:spPr>
          <a:xfrm>
            <a:off x="464820" y="1086485"/>
            <a:ext cx="4077335" cy="1298575"/>
          </a:xfrm>
          <a:prstGeom prst="rect">
            <a:avLst/>
          </a:prstGeom>
        </p:spPr>
        <p:txBody>
          <a:bodyPr wrap="square">
            <a:noAutofit/>
          </a:bodyPr>
          <a:lstStyle/>
          <a:p>
            <a:pPr marL="0" indent="0">
              <a:lnSpc>
                <a:spcPct val="150000"/>
              </a:lnSpc>
              <a:buFont typeface="Arial" panose="020B0604020202020204" pitchFamily="34" charset="0"/>
              <a:buNone/>
            </a:pPr>
            <a:endParaRPr lang="zh-CN" altLang="zh-CN" sz="1600" dirty="0">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r>
              <a:rPr lang="zh-CN" altLang="zh-CN"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1</a:t>
            </a:r>
            <a:r>
              <a:rPr lang="zh-CN" altLang="zh-CN" sz="1600" dirty="0">
                <a:latin typeface="微软雅黑" panose="020B0503020204020204" charset="-122"/>
                <a:ea typeface="微软雅黑" panose="020B0503020204020204" charset="-122"/>
                <a:sym typeface="+mn-ea"/>
              </a:rPr>
              <a:t>）</a:t>
            </a:r>
            <a:r>
              <a:rPr sz="1600" dirty="0">
                <a:solidFill>
                  <a:schemeClr val="dk1"/>
                </a:solidFill>
                <a:latin typeface="微软雅黑" panose="020B0503020204020204" charset="-122"/>
                <a:ea typeface="微软雅黑" panose="020B0503020204020204" charset="-122"/>
                <a:sym typeface="+mn-ea"/>
              </a:rPr>
              <a:t>在“</a:t>
            </a:r>
            <a:r>
              <a:rPr sz="1600" b="1" dirty="0">
                <a:solidFill>
                  <a:schemeClr val="dk1"/>
                </a:solidFill>
                <a:latin typeface="微软雅黑" panose="020B0503020204020204" charset="-122"/>
                <a:ea typeface="微软雅黑" panose="020B0503020204020204" charset="-122"/>
                <a:sym typeface="+mn-ea"/>
              </a:rPr>
              <a:t>消息流转-目的地管理</a:t>
            </a:r>
            <a:r>
              <a:rPr sz="1600" dirty="0">
                <a:solidFill>
                  <a:schemeClr val="dk1"/>
                </a:solidFill>
                <a:latin typeface="微软雅黑" panose="020B0503020204020204" charset="-122"/>
                <a:ea typeface="微软雅黑" panose="020B0503020204020204" charset="-122"/>
                <a:sym typeface="+mn-ea"/>
              </a:rPr>
              <a:t>”点击新增目的地，填写您的</a:t>
            </a:r>
            <a:r>
              <a:rPr lang="en-US" sz="1600" dirty="0">
                <a:solidFill>
                  <a:schemeClr val="dk1"/>
                </a:solidFill>
                <a:latin typeface="微软雅黑" panose="020B0503020204020204" charset="-122"/>
                <a:ea typeface="微软雅黑" panose="020B0503020204020204" charset="-122"/>
                <a:sym typeface="+mn-ea"/>
              </a:rPr>
              <a:t>HTTP</a:t>
            </a:r>
            <a:r>
              <a:rPr lang="zh-CN" altLang="en-US" sz="1600" dirty="0">
                <a:solidFill>
                  <a:schemeClr val="dk1"/>
                </a:solidFill>
                <a:latin typeface="微软雅黑" panose="020B0503020204020204" charset="-122"/>
                <a:ea typeface="微软雅黑" panose="020B0503020204020204" charset="-122"/>
                <a:sym typeface="+mn-ea"/>
              </a:rPr>
              <a:t>公网</a:t>
            </a:r>
            <a:r>
              <a:rPr sz="1600" dirty="0">
                <a:solidFill>
                  <a:schemeClr val="dk1"/>
                </a:solidFill>
                <a:latin typeface="微软雅黑" panose="020B0503020204020204" charset="-122"/>
                <a:ea typeface="微软雅黑" panose="020B0503020204020204" charset="-122"/>
                <a:sym typeface="+mn-ea"/>
              </a:rPr>
              <a:t>地址</a:t>
            </a:r>
            <a:r>
              <a:rPr lang="zh-CN" sz="1600" dirty="0">
                <a:solidFill>
                  <a:schemeClr val="dk1"/>
                </a:solidFill>
                <a:latin typeface="微软雅黑" panose="020B0503020204020204" charset="-122"/>
                <a:ea typeface="微软雅黑" panose="020B0503020204020204" charset="-122"/>
                <a:sym typeface="+mn-ea"/>
              </a:rPr>
              <a:t>。</a:t>
            </a:r>
            <a:endParaRPr sz="16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endParaRPr lang="zh-CN" altLang="zh-CN" sz="16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endParaRPr lang="zh-CN" altLang="zh-CN" sz="16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endParaRPr lang="zh-CN" altLang="en-US" sz="1600" dirty="0">
              <a:latin typeface="微软雅黑" panose="020B0503020204020204" charset="-122"/>
              <a:ea typeface="微软雅黑" panose="020B0503020204020204" charset="-122"/>
              <a:sym typeface="+mn-ea"/>
            </a:endParaRPr>
          </a:p>
        </p:txBody>
      </p:sp>
      <p:pic>
        <p:nvPicPr>
          <p:cNvPr id="9" name="图片 8"/>
          <p:cNvPicPr>
            <a:picLocks noChangeAspect="1"/>
          </p:cNvPicPr>
          <p:nvPr/>
        </p:nvPicPr>
        <p:blipFill>
          <a:blip r:embed="rId2"/>
          <a:stretch>
            <a:fillRect/>
          </a:stretch>
        </p:blipFill>
        <p:spPr>
          <a:xfrm>
            <a:off x="4632325" y="999490"/>
            <a:ext cx="7331710" cy="1724660"/>
          </a:xfrm>
          <a:prstGeom prst="rect">
            <a:avLst/>
          </a:prstGeom>
        </p:spPr>
      </p:pic>
      <p:sp>
        <p:nvSpPr>
          <p:cNvPr id="2" name="文本框 1"/>
          <p:cNvSpPr txBox="1"/>
          <p:nvPr/>
        </p:nvSpPr>
        <p:spPr>
          <a:xfrm>
            <a:off x="548005" y="2882900"/>
            <a:ext cx="3994150" cy="3592830"/>
          </a:xfrm>
          <a:prstGeom prst="rect">
            <a:avLst/>
          </a:prstGeom>
          <a:noFill/>
          <a:ln>
            <a:solidFill>
              <a:srgbClr val="C00000"/>
            </a:solidFill>
          </a:ln>
        </p:spPr>
        <p:txBody>
          <a:bodyPr wrap="square" rtlCol="0">
            <a:noAutofit/>
          </a:bodyPr>
          <a:lstStyle/>
          <a:p>
            <a:pPr indent="0" algn="just">
              <a:lnSpc>
                <a:spcPct val="150000"/>
              </a:lnSpc>
              <a:buFont typeface="Wingdings" panose="05000000000000000000" charset="0"/>
              <a:buNone/>
            </a:pPr>
            <a:r>
              <a:rPr lang="zh-CN" altLang="zh-CN" sz="1600" b="1" dirty="0">
                <a:solidFill>
                  <a:srgbClr val="FF0000"/>
                </a:solidFill>
                <a:latin typeface="微软雅黑" panose="020B0503020204020204" charset="-122"/>
                <a:ea typeface="微软雅黑" panose="020B0503020204020204" charset="-122"/>
                <a:sym typeface="+mn-ea"/>
              </a:rPr>
              <a:t>使用专线的请继续操作以下步骤，未使用专线可忽略</a:t>
            </a:r>
          </a:p>
          <a:p>
            <a:pPr indent="0" algn="just">
              <a:lnSpc>
                <a:spcPct val="150000"/>
              </a:lnSpc>
              <a:buFont typeface="Wingdings" panose="05000000000000000000" charset="0"/>
              <a:buNone/>
            </a:pPr>
            <a:r>
              <a:rPr lang="zh-CN" altLang="zh-CN"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2</a:t>
            </a:r>
            <a:r>
              <a:rPr lang="zh-CN" altLang="zh-CN" sz="1600" dirty="0">
                <a:latin typeface="微软雅黑" panose="020B0503020204020204" charset="-122"/>
                <a:ea typeface="微软雅黑" panose="020B0503020204020204" charset="-122"/>
                <a:sym typeface="+mn-ea"/>
              </a:rPr>
              <a:t>）</a:t>
            </a:r>
            <a:r>
              <a:rPr lang="zh-CN" altLang="en-US" sz="1600" dirty="0">
                <a:latin typeface="微软雅黑" panose="020B0503020204020204" charset="-122"/>
                <a:ea typeface="微软雅黑" panose="020B0503020204020204" charset="-122"/>
                <a:sym typeface="+mn-ea"/>
              </a:rPr>
              <a:t>已开通专网推送的客户，需要勾选专网地址选项。（且需联系运营人员配置）</a:t>
            </a:r>
          </a:p>
          <a:p>
            <a:pPr indent="0" algn="just">
              <a:lnSpc>
                <a:spcPct val="150000"/>
              </a:lnSpc>
              <a:buFont typeface="Wingdings" panose="05000000000000000000" charset="0"/>
              <a:buNone/>
            </a:pPr>
            <a:endParaRPr lang="zh-CN" altLang="en-US" sz="1600" dirty="0">
              <a:latin typeface="微软雅黑" panose="020B0503020204020204" charset="-122"/>
              <a:ea typeface="微软雅黑" panose="020B0503020204020204" charset="-122"/>
              <a:sym typeface="+mn-ea"/>
            </a:endParaRPr>
          </a:p>
          <a:p>
            <a:pPr indent="0" algn="l">
              <a:lnSpc>
                <a:spcPct val="150000"/>
              </a:lnSpc>
              <a:buFont typeface="Wingdings" panose="05000000000000000000" charset="0"/>
              <a:buNone/>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3</a:t>
            </a:r>
            <a:r>
              <a:rPr lang="zh-CN" altLang="en-US" sz="1600" dirty="0">
                <a:latin typeface="微软雅黑" panose="020B0503020204020204" charset="-122"/>
                <a:ea typeface="微软雅黑" panose="020B0503020204020204" charset="-122"/>
                <a:sym typeface="+mn-ea"/>
              </a:rPr>
              <a:t>）支持消息加密推送，需要加密推送的用户请跳转查看详情https://www.ctwing.cn/dyts/802#see</a:t>
            </a:r>
          </a:p>
          <a:p>
            <a:endParaRPr lang="zh-CN" altLang="en-US" sz="1600" dirty="0">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3"/>
          <a:stretch>
            <a:fillRect/>
          </a:stretch>
        </p:blipFill>
        <p:spPr>
          <a:xfrm>
            <a:off x="4632325" y="2882900"/>
            <a:ext cx="5979160" cy="359283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消息流转</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数据源路由创建</a:t>
            </a:r>
          </a:p>
        </p:txBody>
      </p:sp>
      <p:sp>
        <p:nvSpPr>
          <p:cNvPr id="7" name="矩形 6"/>
          <p:cNvSpPr/>
          <p:nvPr/>
        </p:nvSpPr>
        <p:spPr>
          <a:xfrm>
            <a:off x="254635" y="1007110"/>
            <a:ext cx="4077335" cy="4993005"/>
          </a:xfrm>
          <a:prstGeom prst="rect">
            <a:avLst/>
          </a:prstGeom>
        </p:spPr>
        <p:txBody>
          <a:bodyPr wrap="square">
            <a:noAutofit/>
          </a:bodyPr>
          <a:lstStyle/>
          <a:p>
            <a:pPr marL="0" indent="0">
              <a:lnSpc>
                <a:spcPct val="150000"/>
              </a:lnSpc>
              <a:buFont typeface="Arial" panose="020B0604020202020204" pitchFamily="34" charset="0"/>
              <a:buNone/>
            </a:pPr>
            <a:endParaRPr lang="zh-CN" altLang="zh-CN" sz="1600" dirty="0">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r>
              <a:rPr lang="zh-CN" altLang="zh-CN"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1</a:t>
            </a:r>
            <a:r>
              <a:rPr lang="zh-CN" altLang="zh-CN" sz="1600" dirty="0">
                <a:latin typeface="微软雅黑" panose="020B0503020204020204" charset="-122"/>
                <a:ea typeface="微软雅黑" panose="020B0503020204020204" charset="-122"/>
                <a:sym typeface="+mn-ea"/>
              </a:rPr>
              <a:t>）数据源配置，需要</a:t>
            </a:r>
            <a:r>
              <a:rPr sz="1600" dirty="0">
                <a:solidFill>
                  <a:schemeClr val="dk1"/>
                </a:solidFill>
                <a:latin typeface="微软雅黑" panose="020B0503020204020204" charset="-122"/>
                <a:ea typeface="微软雅黑" panose="020B0503020204020204" charset="-122"/>
                <a:sym typeface="+mn-ea"/>
              </a:rPr>
              <a:t>在“</a:t>
            </a:r>
            <a:r>
              <a:rPr sz="1600" b="1" dirty="0">
                <a:solidFill>
                  <a:schemeClr val="dk1"/>
                </a:solidFill>
                <a:latin typeface="微软雅黑" panose="020B0503020204020204" charset="-122"/>
                <a:ea typeface="微软雅黑" panose="020B0503020204020204" charset="-122"/>
                <a:sym typeface="+mn-ea"/>
              </a:rPr>
              <a:t>消息流转-消息路由</a:t>
            </a:r>
            <a:r>
              <a:rPr sz="1600" dirty="0">
                <a:solidFill>
                  <a:schemeClr val="dk1"/>
                </a:solidFill>
                <a:latin typeface="微软雅黑" panose="020B0503020204020204" charset="-122"/>
                <a:ea typeface="微软雅黑" panose="020B0503020204020204" charset="-122"/>
                <a:sym typeface="+mn-ea"/>
              </a:rPr>
              <a:t>”</a:t>
            </a:r>
            <a:r>
              <a:rPr lang="zh-CN" sz="1600" dirty="0">
                <a:solidFill>
                  <a:schemeClr val="dk1"/>
                </a:solidFill>
                <a:latin typeface="微软雅黑" panose="020B0503020204020204" charset="-122"/>
                <a:ea typeface="微软雅黑" panose="020B0503020204020204" charset="-122"/>
                <a:sym typeface="+mn-ea"/>
              </a:rPr>
              <a:t>，</a:t>
            </a:r>
            <a:r>
              <a:rPr sz="1600" dirty="0">
                <a:solidFill>
                  <a:schemeClr val="dk1"/>
                </a:solidFill>
                <a:latin typeface="微软雅黑" panose="020B0503020204020204" charset="-122"/>
                <a:ea typeface="微软雅黑" panose="020B0503020204020204" charset="-122"/>
                <a:sym typeface="+mn-ea"/>
              </a:rPr>
              <a:t>新增</a:t>
            </a:r>
            <a:r>
              <a:rPr lang="zh-CN" sz="1600" dirty="0">
                <a:solidFill>
                  <a:schemeClr val="dk1"/>
                </a:solidFill>
                <a:latin typeface="微软雅黑" panose="020B0503020204020204" charset="-122"/>
                <a:ea typeface="微软雅黑" panose="020B0503020204020204" charset="-122"/>
                <a:sym typeface="+mn-ea"/>
              </a:rPr>
              <a:t>消息</a:t>
            </a:r>
            <a:r>
              <a:rPr sz="1600" dirty="0">
                <a:solidFill>
                  <a:schemeClr val="dk1"/>
                </a:solidFill>
                <a:latin typeface="微软雅黑" panose="020B0503020204020204" charset="-122"/>
                <a:ea typeface="微软雅黑" panose="020B0503020204020204" charset="-122"/>
                <a:sym typeface="+mn-ea"/>
              </a:rPr>
              <a:t>路由</a:t>
            </a:r>
            <a:r>
              <a:rPr lang="zh-CN" sz="1600" dirty="0">
                <a:solidFill>
                  <a:schemeClr val="dk1"/>
                </a:solidFill>
                <a:latin typeface="微软雅黑" panose="020B0503020204020204" charset="-122"/>
                <a:ea typeface="微软雅黑" panose="020B0503020204020204" charset="-122"/>
                <a:sym typeface="+mn-ea"/>
              </a:rPr>
              <a:t>。</a:t>
            </a:r>
          </a:p>
          <a:p>
            <a:pPr indent="0" algn="just">
              <a:lnSpc>
                <a:spcPct val="150000"/>
              </a:lnSpc>
              <a:buFont typeface="Wingdings" panose="05000000000000000000" charset="0"/>
              <a:buNone/>
            </a:pPr>
            <a:endParaRPr lang="zh-CN" sz="16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endParaRPr lang="zh-CN" sz="16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endParaRPr lang="zh-CN" sz="16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r>
              <a:rPr lang="zh-CN" sz="1600" dirty="0">
                <a:solidFill>
                  <a:schemeClr val="dk1"/>
                </a:solidFill>
                <a:latin typeface="微软雅黑" panose="020B0503020204020204" charset="-122"/>
                <a:ea typeface="微软雅黑" panose="020B0503020204020204" charset="-122"/>
                <a:sym typeface="+mn-ea"/>
              </a:rPr>
              <a:t>（</a:t>
            </a:r>
            <a:r>
              <a:rPr lang="en-US" altLang="zh-CN" sz="1600" dirty="0">
                <a:solidFill>
                  <a:schemeClr val="dk1"/>
                </a:solidFill>
                <a:latin typeface="微软雅黑" panose="020B0503020204020204" charset="-122"/>
                <a:ea typeface="微软雅黑" panose="020B0503020204020204" charset="-122"/>
                <a:sym typeface="+mn-ea"/>
              </a:rPr>
              <a:t>2</a:t>
            </a:r>
            <a:r>
              <a:rPr lang="zh-CN" sz="1600" dirty="0">
                <a:solidFill>
                  <a:schemeClr val="dk1"/>
                </a:solidFill>
                <a:latin typeface="微软雅黑" panose="020B0503020204020204" charset="-122"/>
                <a:ea typeface="微软雅黑" panose="020B0503020204020204" charset="-122"/>
                <a:sym typeface="+mn-ea"/>
              </a:rPr>
              <a:t>）创建完成后，</a:t>
            </a:r>
            <a:r>
              <a:rPr sz="1600" dirty="0">
                <a:solidFill>
                  <a:schemeClr val="dk1"/>
                </a:solidFill>
                <a:latin typeface="微软雅黑" panose="020B0503020204020204" charset="-122"/>
                <a:ea typeface="微软雅黑" panose="020B0503020204020204" charset="-122"/>
                <a:sym typeface="+mn-ea"/>
              </a:rPr>
              <a:t>点击“</a:t>
            </a:r>
            <a:r>
              <a:rPr lang="zh-CN" sz="1600" dirty="0">
                <a:solidFill>
                  <a:schemeClr val="dk1"/>
                </a:solidFill>
                <a:latin typeface="微软雅黑" panose="020B0503020204020204" charset="-122"/>
                <a:ea typeface="微软雅黑" panose="020B0503020204020204" charset="-122"/>
                <a:sym typeface="+mn-ea"/>
              </a:rPr>
              <a:t>路由配置</a:t>
            </a:r>
            <a:r>
              <a:rPr lang="en-US" altLang="zh-CN" sz="1600" dirty="0">
                <a:solidFill>
                  <a:schemeClr val="dk1"/>
                </a:solidFill>
                <a:latin typeface="微软雅黑" panose="020B0503020204020204" charset="-122"/>
                <a:ea typeface="微软雅黑" panose="020B0503020204020204" charset="-122"/>
                <a:sym typeface="+mn-ea"/>
              </a:rPr>
              <a:t>”</a:t>
            </a:r>
            <a:r>
              <a:rPr lang="zh-CN" altLang="en-US" sz="1600" dirty="0">
                <a:solidFill>
                  <a:schemeClr val="dk1"/>
                </a:solidFill>
                <a:latin typeface="微软雅黑" panose="020B0503020204020204" charset="-122"/>
                <a:ea typeface="微软雅黑" panose="020B0503020204020204" charset="-122"/>
                <a:sym typeface="+mn-ea"/>
              </a:rPr>
              <a:t>，即可配置数据源。</a:t>
            </a:r>
          </a:p>
          <a:p>
            <a:pPr indent="0" algn="just">
              <a:lnSpc>
                <a:spcPct val="150000"/>
              </a:lnSpc>
              <a:buFont typeface="Wingdings" panose="05000000000000000000" charset="0"/>
              <a:buNone/>
            </a:pPr>
            <a:endParaRPr lang="zh-CN" altLang="en-US" sz="16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endParaRPr lang="zh-CN" altLang="en-US" sz="16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endParaRPr lang="zh-CN" altLang="en-US" sz="1600" dirty="0">
              <a:solidFill>
                <a:schemeClr val="dk1"/>
              </a:solidFill>
              <a:latin typeface="微软雅黑" panose="020B0503020204020204" charset="-122"/>
              <a:ea typeface="微软雅黑" panose="020B0503020204020204" charset="-122"/>
              <a:sym typeface="+mn-ea"/>
            </a:endParaRPr>
          </a:p>
          <a:p>
            <a:pPr indent="0" algn="just">
              <a:lnSpc>
                <a:spcPct val="140000"/>
              </a:lnSpc>
              <a:buFont typeface="Wingdings" panose="05000000000000000000" charset="0"/>
              <a:buNone/>
            </a:pPr>
            <a:r>
              <a:rPr lang="zh-CN" altLang="en-US" sz="1600" dirty="0">
                <a:solidFill>
                  <a:schemeClr val="dk1"/>
                </a:solidFill>
                <a:latin typeface="微软雅黑" panose="020B0503020204020204" charset="-122"/>
                <a:ea typeface="微软雅黑" panose="020B0503020204020204" charset="-122"/>
                <a:sym typeface="+mn-ea"/>
              </a:rPr>
              <a:t>（</a:t>
            </a:r>
            <a:r>
              <a:rPr lang="en-US" altLang="zh-CN" sz="1600" dirty="0">
                <a:solidFill>
                  <a:schemeClr val="dk1"/>
                </a:solidFill>
                <a:latin typeface="微软雅黑" panose="020B0503020204020204" charset="-122"/>
                <a:ea typeface="微软雅黑" panose="020B0503020204020204" charset="-122"/>
                <a:sym typeface="+mn-ea"/>
              </a:rPr>
              <a:t>3</a:t>
            </a:r>
            <a:r>
              <a:rPr lang="zh-CN" altLang="en-US" sz="1600" dirty="0">
                <a:solidFill>
                  <a:schemeClr val="dk1"/>
                </a:solidFill>
                <a:latin typeface="微软雅黑" panose="020B0503020204020204" charset="-122"/>
                <a:ea typeface="微软雅黑" panose="020B0503020204020204" charset="-122"/>
                <a:sym typeface="+mn-ea"/>
              </a:rPr>
              <a:t>）配置界面，下文有配置详情介绍</a:t>
            </a:r>
          </a:p>
        </p:txBody>
      </p:sp>
      <p:pic>
        <p:nvPicPr>
          <p:cNvPr id="3" name="图片 2"/>
          <p:cNvPicPr>
            <a:picLocks noChangeAspect="1"/>
          </p:cNvPicPr>
          <p:nvPr/>
        </p:nvPicPr>
        <p:blipFill>
          <a:blip r:embed="rId2"/>
          <a:stretch>
            <a:fillRect/>
          </a:stretch>
        </p:blipFill>
        <p:spPr>
          <a:xfrm>
            <a:off x="4445635" y="1023620"/>
            <a:ext cx="7653655" cy="1711325"/>
          </a:xfrm>
          <a:prstGeom prst="rect">
            <a:avLst/>
          </a:prstGeom>
        </p:spPr>
      </p:pic>
      <p:pic>
        <p:nvPicPr>
          <p:cNvPr id="5" name="图片 4"/>
          <p:cNvPicPr>
            <a:picLocks noChangeAspect="1"/>
          </p:cNvPicPr>
          <p:nvPr/>
        </p:nvPicPr>
        <p:blipFill>
          <a:blip r:embed="rId3"/>
          <a:stretch>
            <a:fillRect/>
          </a:stretch>
        </p:blipFill>
        <p:spPr>
          <a:xfrm>
            <a:off x="4445635" y="2931160"/>
            <a:ext cx="7706360" cy="995680"/>
          </a:xfrm>
          <a:prstGeom prst="rect">
            <a:avLst/>
          </a:prstGeom>
        </p:spPr>
      </p:pic>
      <p:pic>
        <p:nvPicPr>
          <p:cNvPr id="2" name="图片 1"/>
          <p:cNvPicPr>
            <a:picLocks noChangeAspect="1"/>
          </p:cNvPicPr>
          <p:nvPr/>
        </p:nvPicPr>
        <p:blipFill>
          <a:blip r:embed="rId4"/>
          <a:stretch>
            <a:fillRect/>
          </a:stretch>
        </p:blipFill>
        <p:spPr>
          <a:xfrm>
            <a:off x="4445635" y="4122420"/>
            <a:ext cx="6866255" cy="2543810"/>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消息流转</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数据源配置</a:t>
            </a:r>
          </a:p>
        </p:txBody>
      </p:sp>
      <p:sp>
        <p:nvSpPr>
          <p:cNvPr id="7" name="矩形 6"/>
          <p:cNvSpPr/>
          <p:nvPr/>
        </p:nvSpPr>
        <p:spPr>
          <a:xfrm>
            <a:off x="332740" y="936942"/>
            <a:ext cx="11331575" cy="770255"/>
          </a:xfrm>
          <a:prstGeom prst="rect">
            <a:avLst/>
          </a:prstGeom>
        </p:spPr>
        <p:txBody>
          <a:bodyPr wrap="square">
            <a:noAutofit/>
          </a:bodyPr>
          <a:lstStyle/>
          <a:p>
            <a:pPr indent="0" algn="just">
              <a:lnSpc>
                <a:spcPct val="150000"/>
              </a:lnSpc>
              <a:buFont typeface="Wingdings" panose="05000000000000000000" charset="0"/>
              <a:buNone/>
            </a:pPr>
            <a:r>
              <a:rPr lang="zh-CN" sz="1600" dirty="0">
                <a:solidFill>
                  <a:schemeClr val="dk1"/>
                </a:solidFill>
                <a:latin typeface="微软雅黑" panose="020B0503020204020204" charset="-122"/>
                <a:ea typeface="微软雅黑" panose="020B0503020204020204" charset="-122"/>
                <a:sym typeface="+mn-ea"/>
              </a:rPr>
              <a:t>支持：</a:t>
            </a:r>
            <a:r>
              <a:rPr sz="1600" dirty="0">
                <a:solidFill>
                  <a:schemeClr val="dk1"/>
                </a:solidFill>
                <a:latin typeface="微软雅黑" panose="020B0503020204020204" charset="-122"/>
                <a:ea typeface="微软雅黑" panose="020B0503020204020204" charset="-122"/>
                <a:sym typeface="+mn-ea"/>
              </a:rPr>
              <a:t>设备级/产品级/分组级</a:t>
            </a:r>
            <a:r>
              <a:rPr lang="zh-CN" sz="1600" dirty="0">
                <a:solidFill>
                  <a:schemeClr val="dk1"/>
                </a:solidFill>
                <a:latin typeface="微软雅黑" panose="020B0503020204020204" charset="-122"/>
                <a:ea typeface="微软雅黑" panose="020B0503020204020204" charset="-122"/>
                <a:sym typeface="+mn-ea"/>
              </a:rPr>
              <a:t>订阅</a:t>
            </a:r>
          </a:p>
          <a:p>
            <a:pPr indent="0" algn="just">
              <a:lnSpc>
                <a:spcPct val="150000"/>
              </a:lnSpc>
              <a:buFont typeface="Wingdings" panose="05000000000000000000" charset="0"/>
              <a:buNone/>
            </a:pPr>
            <a:r>
              <a:rPr lang="zh-CN" sz="1600" dirty="0">
                <a:solidFill>
                  <a:schemeClr val="dk1"/>
                </a:solidFill>
                <a:latin typeface="微软雅黑" panose="020B0503020204020204" charset="-122"/>
                <a:ea typeface="微软雅黑" panose="020B0503020204020204" charset="-122"/>
                <a:sym typeface="+mn-ea"/>
              </a:rPr>
              <a:t>同时支持订阅多种消息类型：设备数据变化通知、下发指令响应通知、设备事件上报通知、设备上下线通知、设备数据批量变化通知（</a:t>
            </a:r>
            <a:r>
              <a:rPr lang="en-US" altLang="zh-CN" sz="1600" dirty="0">
                <a:solidFill>
                  <a:schemeClr val="dk1"/>
                </a:solidFill>
                <a:latin typeface="微软雅黑" panose="020B0503020204020204" charset="-122"/>
                <a:ea typeface="微软雅黑" panose="020B0503020204020204" charset="-122"/>
                <a:sym typeface="+mn-ea"/>
              </a:rPr>
              <a:t>TUP</a:t>
            </a:r>
            <a:r>
              <a:rPr lang="zh-CN" sz="1600" dirty="0">
                <a:solidFill>
                  <a:schemeClr val="dk1"/>
                </a:solidFill>
                <a:latin typeface="微软雅黑" panose="020B0503020204020204" charset="-122"/>
                <a:ea typeface="微软雅黑" panose="020B0503020204020204" charset="-122"/>
                <a:sym typeface="+mn-ea"/>
              </a:rPr>
              <a:t>）、设备增删通知</a:t>
            </a:r>
          </a:p>
        </p:txBody>
      </p:sp>
      <p:pic>
        <p:nvPicPr>
          <p:cNvPr id="4" name="图片 3"/>
          <p:cNvPicPr>
            <a:picLocks noChangeAspect="1"/>
          </p:cNvPicPr>
          <p:nvPr/>
        </p:nvPicPr>
        <p:blipFill>
          <a:blip r:embed="rId2"/>
          <a:stretch>
            <a:fillRect/>
          </a:stretch>
        </p:blipFill>
        <p:spPr>
          <a:xfrm>
            <a:off x="332740" y="2244090"/>
            <a:ext cx="9203055" cy="3291840"/>
          </a:xfrm>
          <a:prstGeom prst="rect">
            <a:avLst/>
          </a:prstGeom>
        </p:spPr>
      </p:pic>
      <p:pic>
        <p:nvPicPr>
          <p:cNvPr id="6" name="图片 5"/>
          <p:cNvPicPr>
            <a:picLocks noChangeAspect="1"/>
          </p:cNvPicPr>
          <p:nvPr/>
        </p:nvPicPr>
        <p:blipFill>
          <a:blip r:embed="rId3"/>
          <a:stretch>
            <a:fillRect/>
          </a:stretch>
        </p:blipFill>
        <p:spPr>
          <a:xfrm>
            <a:off x="7739742" y="3627120"/>
            <a:ext cx="4119517" cy="2960466"/>
          </a:xfrm>
          <a:prstGeom prst="rect">
            <a:avLst/>
          </a:prstGeom>
        </p:spPr>
      </p:pic>
      <p:cxnSp>
        <p:nvCxnSpPr>
          <p:cNvPr id="8" name="直接箭头连接符 7"/>
          <p:cNvCxnSpPr/>
          <p:nvPr/>
        </p:nvCxnSpPr>
        <p:spPr>
          <a:xfrm>
            <a:off x="9242063" y="3429000"/>
            <a:ext cx="397510" cy="794385"/>
          </a:xfrm>
          <a:prstGeom prst="straightConnector1">
            <a:avLst/>
          </a:prstGeom>
          <a:ln w="3492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sym typeface="+mn-ea"/>
              </a:rPr>
              <a:t>北向对接</a:t>
            </a:r>
            <a:r>
              <a:rPr lang="en-US" altLang="zh-CN" sz="2400" dirty="0">
                <a:latin typeface="微软雅黑" panose="020B0503020204020204" charset="-122"/>
                <a:ea typeface="微软雅黑" panose="020B0503020204020204" charset="-122"/>
                <a:sym typeface="+mn-ea"/>
              </a:rPr>
              <a:t>-</a:t>
            </a:r>
            <a:r>
              <a:rPr lang="zh-CN" altLang="en-US" sz="2400" dirty="0">
                <a:latin typeface="微软雅黑" panose="020B0503020204020204" charset="-122"/>
                <a:ea typeface="微软雅黑" panose="020B0503020204020204" charset="-122"/>
                <a:sym typeface="+mn-ea"/>
              </a:rPr>
              <a:t>消息流转</a:t>
            </a:r>
            <a:r>
              <a:rPr lang="en-US" altLang="zh-CN" sz="2400" dirty="0">
                <a:latin typeface="微软雅黑" panose="020B0503020204020204" charset="-122"/>
                <a:ea typeface="微软雅黑" panose="020B0503020204020204" charset="-122"/>
                <a:sym typeface="+mn-ea"/>
              </a:rPr>
              <a:t>-</a:t>
            </a:r>
            <a:r>
              <a:rPr lang="zh-CN" altLang="en-US" sz="2400" dirty="0">
                <a:latin typeface="微软雅黑" panose="020B0503020204020204" charset="-122"/>
                <a:ea typeface="微软雅黑" panose="020B0503020204020204" charset="-122"/>
                <a:sym typeface="+mn-ea"/>
              </a:rPr>
              <a:t>数据接收接口开发</a:t>
            </a:r>
          </a:p>
        </p:txBody>
      </p:sp>
      <p:sp>
        <p:nvSpPr>
          <p:cNvPr id="7" name="矩形 6"/>
          <p:cNvSpPr/>
          <p:nvPr/>
        </p:nvSpPr>
        <p:spPr>
          <a:xfrm>
            <a:off x="464820" y="936625"/>
            <a:ext cx="10434955" cy="894080"/>
          </a:xfrm>
          <a:prstGeom prst="rect">
            <a:avLst/>
          </a:prstGeom>
        </p:spPr>
        <p:txBody>
          <a:bodyPr wrap="square">
            <a:noAutofit/>
          </a:bodyPr>
          <a:lstStyle/>
          <a:p>
            <a:pPr marL="0" indent="0">
              <a:lnSpc>
                <a:spcPct val="150000"/>
              </a:lnSpc>
              <a:buFont typeface="Arial" panose="020B0604020202020204" pitchFamily="34" charset="0"/>
              <a:buNone/>
            </a:pPr>
            <a:r>
              <a:rPr lang="zh-CN" dirty="0">
                <a:solidFill>
                  <a:schemeClr val="dk1"/>
                </a:solidFill>
                <a:latin typeface="微软雅黑" panose="020B0503020204020204" charset="-122"/>
                <a:ea typeface="微软雅黑" panose="020B0503020204020204" charset="-122"/>
                <a:sym typeface="+mn-ea"/>
              </a:rPr>
              <a:t>完成数据源配置后，应用端即可开发数据接收接口工作，不同消息推送的数据格式请跳转查看：https://www.ctwing.cn/dyts/105#/callback</a:t>
            </a:r>
          </a:p>
          <a:p>
            <a:pPr marL="0" indent="0">
              <a:lnSpc>
                <a:spcPct val="150000"/>
              </a:lnSpc>
              <a:buFont typeface="Arial" panose="020B0604020202020204" pitchFamily="34" charset="0"/>
              <a:buNone/>
            </a:pPr>
            <a:endParaRPr dirty="0">
              <a:solidFill>
                <a:schemeClr val="dk1"/>
              </a:solidFill>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dirty="0">
              <a:solidFill>
                <a:schemeClr val="dk1"/>
              </a:solidFill>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sz="1400" dirty="0">
              <a:solidFill>
                <a:schemeClr val="dk1"/>
              </a:solidFill>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sz="14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endParaRPr lang="zh-CN" altLang="en-US" sz="1400" dirty="0">
              <a:latin typeface="微软雅黑" panose="020B0503020204020204" charset="-122"/>
              <a:ea typeface="微软雅黑" panose="020B0503020204020204" charset="-122"/>
              <a:cs typeface="+mn-ea"/>
              <a:sym typeface="+mn-ea"/>
            </a:endParaRPr>
          </a:p>
        </p:txBody>
      </p:sp>
      <p:pic>
        <p:nvPicPr>
          <p:cNvPr id="4" name="图片 3"/>
          <p:cNvPicPr>
            <a:picLocks noChangeAspect="1"/>
          </p:cNvPicPr>
          <p:nvPr/>
        </p:nvPicPr>
        <p:blipFill>
          <a:blip r:embed="rId2"/>
          <a:stretch>
            <a:fillRect/>
          </a:stretch>
        </p:blipFill>
        <p:spPr>
          <a:xfrm>
            <a:off x="1477645" y="1830705"/>
            <a:ext cx="9236075" cy="4498975"/>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应用创建</a:t>
            </a:r>
            <a:endParaRPr lang="en-US" altLang="zh-CN" sz="2400" dirty="0">
              <a:latin typeface="微软雅黑" panose="020B0503020204020204" charset="-122"/>
              <a:ea typeface="微软雅黑" panose="020B0503020204020204" charset="-122"/>
            </a:endParaRPr>
          </a:p>
        </p:txBody>
      </p:sp>
      <p:sp>
        <p:nvSpPr>
          <p:cNvPr id="7" name="矩形 6"/>
          <p:cNvSpPr/>
          <p:nvPr/>
        </p:nvSpPr>
        <p:spPr>
          <a:xfrm>
            <a:off x="464820" y="1086485"/>
            <a:ext cx="4077335" cy="4993005"/>
          </a:xfrm>
          <a:prstGeom prst="rect">
            <a:avLst/>
          </a:prstGeom>
        </p:spPr>
        <p:txBody>
          <a:bodyPr wrap="square">
            <a:noAutofit/>
          </a:bodyPr>
          <a:lstStyle/>
          <a:p>
            <a:pPr marL="0" indent="0">
              <a:lnSpc>
                <a:spcPct val="150000"/>
              </a:lnSpc>
              <a:buFont typeface="Arial" panose="020B0604020202020204" pitchFamily="34" charset="0"/>
              <a:buNone/>
            </a:pPr>
            <a:r>
              <a:rPr lang="zh-CN" sz="1400" dirty="0">
                <a:solidFill>
                  <a:schemeClr val="dk1"/>
                </a:solidFill>
                <a:latin typeface="微软雅黑" panose="020B0503020204020204" charset="-122"/>
                <a:ea typeface="微软雅黑" panose="020B0503020204020204" charset="-122"/>
                <a:sym typeface="+mn-ea"/>
              </a:rPr>
              <a:t>（</a:t>
            </a:r>
            <a:r>
              <a:rPr lang="en-US" altLang="zh-CN" sz="1400" dirty="0">
                <a:solidFill>
                  <a:schemeClr val="dk1"/>
                </a:solidFill>
                <a:latin typeface="微软雅黑" panose="020B0503020204020204" charset="-122"/>
                <a:ea typeface="微软雅黑" panose="020B0503020204020204" charset="-122"/>
                <a:sym typeface="+mn-ea"/>
              </a:rPr>
              <a:t>1</a:t>
            </a:r>
            <a:r>
              <a:rPr lang="zh-CN" sz="1400" dirty="0">
                <a:solidFill>
                  <a:schemeClr val="dk1"/>
                </a:solidFill>
                <a:latin typeface="微软雅黑" panose="020B0503020204020204" charset="-122"/>
                <a:ea typeface="微软雅黑" panose="020B0503020204020204" charset="-122"/>
                <a:sym typeface="+mn-ea"/>
              </a:rPr>
              <a:t>）</a:t>
            </a:r>
            <a:r>
              <a:rPr sz="1400" dirty="0">
                <a:solidFill>
                  <a:schemeClr val="dk1"/>
                </a:solidFill>
                <a:latin typeface="微软雅黑" panose="020B0503020204020204" charset="-122"/>
                <a:ea typeface="微软雅黑" panose="020B0503020204020204" charset="-122"/>
                <a:sym typeface="+mn-ea"/>
              </a:rPr>
              <a:t>在“应用开发-应用管理”点击新增应用</a:t>
            </a:r>
            <a:r>
              <a:rPr lang="zh-CN" sz="1400" dirty="0">
                <a:solidFill>
                  <a:schemeClr val="dk1"/>
                </a:solidFill>
                <a:latin typeface="微软雅黑" panose="020B0503020204020204" charset="-122"/>
                <a:ea typeface="微软雅黑" panose="020B0503020204020204" charset="-122"/>
                <a:sym typeface="+mn-ea"/>
              </a:rPr>
              <a:t>，即可创建应用，进行</a:t>
            </a:r>
            <a:r>
              <a:rPr lang="en-US" altLang="zh-CN" sz="1400" dirty="0">
                <a:solidFill>
                  <a:schemeClr val="dk1"/>
                </a:solidFill>
                <a:latin typeface="微软雅黑" panose="020B0503020204020204" charset="-122"/>
                <a:ea typeface="微软雅黑" panose="020B0503020204020204" charset="-122"/>
                <a:sym typeface="+mn-ea"/>
              </a:rPr>
              <a:t>API</a:t>
            </a:r>
            <a:r>
              <a:rPr lang="zh-CN" sz="1400" dirty="0">
                <a:solidFill>
                  <a:schemeClr val="dk1"/>
                </a:solidFill>
                <a:latin typeface="微软雅黑" panose="020B0503020204020204" charset="-122"/>
                <a:ea typeface="微软雅黑" panose="020B0503020204020204" charset="-122"/>
                <a:sym typeface="+mn-ea"/>
              </a:rPr>
              <a:t>接口开发工作。</a:t>
            </a:r>
            <a:endParaRPr sz="1400" dirty="0">
              <a:solidFill>
                <a:schemeClr val="dk1"/>
              </a:solidFill>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sz="1400" dirty="0">
              <a:solidFill>
                <a:schemeClr val="dk1"/>
              </a:solidFill>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sz="1400" dirty="0">
              <a:solidFill>
                <a:schemeClr val="dk1"/>
              </a:solidFill>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sz="1400" dirty="0">
              <a:solidFill>
                <a:schemeClr val="dk1"/>
              </a:solidFill>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endParaRPr sz="1400" dirty="0">
              <a:solidFill>
                <a:schemeClr val="dk1"/>
              </a:solidFill>
              <a:latin typeface="微软雅黑" panose="020B0503020204020204" charset="-122"/>
              <a:ea typeface="微软雅黑" panose="020B0503020204020204" charset="-122"/>
              <a:sym typeface="+mn-ea"/>
            </a:endParaRPr>
          </a:p>
          <a:p>
            <a:pPr marL="0" indent="0">
              <a:lnSpc>
                <a:spcPct val="150000"/>
              </a:lnSpc>
              <a:buFont typeface="Arial" panose="020B0604020202020204" pitchFamily="34" charset="0"/>
              <a:buNone/>
            </a:pPr>
            <a:r>
              <a:rPr lang="zh-CN" sz="1400" dirty="0">
                <a:solidFill>
                  <a:schemeClr val="dk1"/>
                </a:solidFill>
                <a:latin typeface="微软雅黑" panose="020B0503020204020204" charset="-122"/>
                <a:ea typeface="微软雅黑" panose="020B0503020204020204" charset="-122"/>
                <a:sym typeface="+mn-ea"/>
              </a:rPr>
              <a:t>（</a:t>
            </a:r>
            <a:r>
              <a:rPr lang="en-US" altLang="zh-CN" sz="1400" dirty="0">
                <a:solidFill>
                  <a:schemeClr val="dk1"/>
                </a:solidFill>
                <a:latin typeface="微软雅黑" panose="020B0503020204020204" charset="-122"/>
                <a:ea typeface="微软雅黑" panose="020B0503020204020204" charset="-122"/>
                <a:sym typeface="+mn-ea"/>
              </a:rPr>
              <a:t>2</a:t>
            </a:r>
            <a:r>
              <a:rPr lang="zh-CN" sz="1400" dirty="0">
                <a:solidFill>
                  <a:schemeClr val="dk1"/>
                </a:solidFill>
                <a:latin typeface="微软雅黑" panose="020B0503020204020204" charset="-122"/>
                <a:ea typeface="微软雅黑" panose="020B0503020204020204" charset="-122"/>
                <a:sym typeface="+mn-ea"/>
              </a:rPr>
              <a:t>）</a:t>
            </a:r>
            <a:r>
              <a:rPr sz="1400" dirty="0">
                <a:solidFill>
                  <a:schemeClr val="dk1"/>
                </a:solidFill>
                <a:latin typeface="微软雅黑" panose="020B0503020204020204" charset="-122"/>
                <a:ea typeface="微软雅黑" panose="020B0503020204020204" charset="-122"/>
                <a:sym typeface="+mn-ea"/>
              </a:rPr>
              <a:t>按提示进行填写</a:t>
            </a:r>
            <a:r>
              <a:rPr lang="zh-CN" sz="1400" dirty="0">
                <a:solidFill>
                  <a:schemeClr val="dk1"/>
                </a:solidFill>
                <a:latin typeface="微软雅黑" panose="020B0503020204020204" charset="-122"/>
                <a:ea typeface="微软雅黑" panose="020B0503020204020204" charset="-122"/>
                <a:sym typeface="+mn-ea"/>
              </a:rPr>
              <a:t>，</a:t>
            </a:r>
            <a:r>
              <a:rPr sz="1400" dirty="0">
                <a:solidFill>
                  <a:schemeClr val="dk1"/>
                </a:solidFill>
                <a:latin typeface="微软雅黑" panose="020B0503020204020204" charset="-122"/>
                <a:ea typeface="微软雅黑" panose="020B0503020204020204" charset="-122"/>
                <a:sym typeface="+mn-ea"/>
              </a:rPr>
              <a:t>并完成创建第三方应用</a:t>
            </a:r>
          </a:p>
          <a:p>
            <a:pPr marL="0" indent="0">
              <a:lnSpc>
                <a:spcPct val="150000"/>
              </a:lnSpc>
              <a:buFont typeface="Arial" panose="020B0604020202020204" pitchFamily="34" charset="0"/>
              <a:buNone/>
            </a:pPr>
            <a:endParaRPr sz="1600" dirty="0">
              <a:solidFill>
                <a:schemeClr val="dk1"/>
              </a:solidFill>
              <a:latin typeface="微软雅黑" panose="020B0503020204020204" charset="-122"/>
              <a:ea typeface="微软雅黑" panose="020B0503020204020204" charset="-122"/>
              <a:sym typeface="+mn-ea"/>
            </a:endParaRPr>
          </a:p>
          <a:p>
            <a:pPr indent="0" algn="just">
              <a:lnSpc>
                <a:spcPct val="150000"/>
              </a:lnSpc>
              <a:buFont typeface="Wingdings" panose="05000000000000000000" charset="0"/>
              <a:buNone/>
            </a:pPr>
            <a:endParaRPr lang="zh-CN" altLang="en-US" sz="1400" dirty="0">
              <a:latin typeface="微软雅黑" panose="020B0503020204020204" charset="-122"/>
              <a:ea typeface="微软雅黑" panose="020B0503020204020204" charset="-122"/>
              <a:cs typeface="+mn-ea"/>
              <a:sym typeface="+mn-ea"/>
            </a:endParaRPr>
          </a:p>
        </p:txBody>
      </p:sp>
      <p:pic>
        <p:nvPicPr>
          <p:cNvPr id="2" name="图片 1"/>
          <p:cNvPicPr>
            <a:picLocks noChangeAspect="1"/>
          </p:cNvPicPr>
          <p:nvPr/>
        </p:nvPicPr>
        <p:blipFill>
          <a:blip r:embed="rId2"/>
          <a:stretch>
            <a:fillRect/>
          </a:stretch>
        </p:blipFill>
        <p:spPr>
          <a:xfrm>
            <a:off x="4925060" y="951865"/>
            <a:ext cx="6446520" cy="1801495"/>
          </a:xfrm>
          <a:prstGeom prst="rect">
            <a:avLst/>
          </a:prstGeom>
        </p:spPr>
      </p:pic>
      <p:pic>
        <p:nvPicPr>
          <p:cNvPr id="3" name="图片 2"/>
          <p:cNvPicPr>
            <a:picLocks noChangeAspect="1"/>
          </p:cNvPicPr>
          <p:nvPr/>
        </p:nvPicPr>
        <p:blipFill>
          <a:blip r:embed="rId3"/>
          <a:srcRect r="2174"/>
          <a:stretch>
            <a:fillRect/>
          </a:stretch>
        </p:blipFill>
        <p:spPr>
          <a:xfrm>
            <a:off x="4925060" y="2913380"/>
            <a:ext cx="3943985" cy="3626485"/>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应用详情</a:t>
            </a:r>
          </a:p>
        </p:txBody>
      </p:sp>
      <p:sp>
        <p:nvSpPr>
          <p:cNvPr id="7" name="矩形 6"/>
          <p:cNvSpPr/>
          <p:nvPr/>
        </p:nvSpPr>
        <p:spPr>
          <a:xfrm>
            <a:off x="377825" y="1135380"/>
            <a:ext cx="4077335" cy="5935345"/>
          </a:xfrm>
          <a:prstGeom prst="rect">
            <a:avLst/>
          </a:prstGeom>
        </p:spPr>
        <p:txBody>
          <a:bodyPr wrap="square">
            <a:noAutofit/>
          </a:bodyPr>
          <a:lstStyle/>
          <a:p>
            <a:pPr marL="0" indent="0">
              <a:lnSpc>
                <a:spcPct val="150000"/>
              </a:lnSpc>
              <a:buFont typeface="Arial" panose="020B0604020202020204" pitchFamily="34" charset="0"/>
              <a:buNone/>
            </a:pPr>
            <a:r>
              <a:rPr lang="zh-CN" sz="1400" dirty="0">
                <a:solidFill>
                  <a:schemeClr val="dk1"/>
                </a:solidFill>
                <a:latin typeface="微软雅黑" panose="020B0503020204020204" charset="-122"/>
                <a:ea typeface="微软雅黑" panose="020B0503020204020204" charset="-122"/>
                <a:sym typeface="+mn-ea"/>
              </a:rPr>
              <a:t>（</a:t>
            </a:r>
            <a:r>
              <a:rPr lang="en-US" altLang="zh-CN" sz="1400" dirty="0">
                <a:solidFill>
                  <a:schemeClr val="dk1"/>
                </a:solidFill>
                <a:latin typeface="微软雅黑" panose="020B0503020204020204" charset="-122"/>
                <a:ea typeface="微软雅黑" panose="020B0503020204020204" charset="-122"/>
                <a:sym typeface="+mn-ea"/>
              </a:rPr>
              <a:t>1</a:t>
            </a:r>
            <a:r>
              <a:rPr lang="zh-CN" sz="1400" dirty="0">
                <a:solidFill>
                  <a:schemeClr val="dk1"/>
                </a:solidFill>
                <a:latin typeface="微软雅黑" panose="020B0503020204020204" charset="-122"/>
                <a:ea typeface="微软雅黑" panose="020B0503020204020204" charset="-122"/>
                <a:sym typeface="+mn-ea"/>
              </a:rPr>
              <a:t>）点击右侧钮进入查看应用详情页面，获取应用参数</a:t>
            </a:r>
          </a:p>
          <a:p>
            <a:pPr algn="l">
              <a:lnSpc>
                <a:spcPct val="150000"/>
              </a:lnSpc>
              <a:buClrTx/>
              <a:buSzTx/>
              <a:buFont typeface="Arial" panose="020B0604020202020204" pitchFamily="34" charset="0"/>
              <a:buNone/>
            </a:pPr>
            <a:endParaRPr lang="zh-CN" sz="1400" dirty="0">
              <a:solidFill>
                <a:schemeClr val="dk1"/>
              </a:solidFill>
              <a:latin typeface="微软雅黑" panose="020B0503020204020204" charset="-122"/>
              <a:ea typeface="微软雅黑" panose="020B0503020204020204" charset="-122"/>
              <a:sym typeface="+mn-ea"/>
            </a:endParaRPr>
          </a:p>
          <a:p>
            <a:pPr algn="l">
              <a:lnSpc>
                <a:spcPct val="150000"/>
              </a:lnSpc>
              <a:buClrTx/>
              <a:buSzTx/>
              <a:buFont typeface="Arial" panose="020B0604020202020204" pitchFamily="34" charset="0"/>
              <a:buNone/>
            </a:pPr>
            <a:r>
              <a:rPr lang="zh-CN" sz="1400" dirty="0">
                <a:solidFill>
                  <a:schemeClr val="dk1"/>
                </a:solidFill>
                <a:latin typeface="微软雅黑" panose="020B0503020204020204" charset="-122"/>
                <a:ea typeface="微软雅黑" panose="020B0503020204020204" charset="-122"/>
                <a:sym typeface="+mn-ea"/>
              </a:rPr>
              <a:t>（</a:t>
            </a:r>
            <a:r>
              <a:rPr lang="en-US" altLang="zh-CN" sz="1400" dirty="0">
                <a:solidFill>
                  <a:schemeClr val="dk1"/>
                </a:solidFill>
                <a:latin typeface="微软雅黑" panose="020B0503020204020204" charset="-122"/>
                <a:ea typeface="微软雅黑" panose="020B0503020204020204" charset="-122"/>
                <a:sym typeface="+mn-ea"/>
              </a:rPr>
              <a:t>2</a:t>
            </a:r>
            <a:r>
              <a:rPr lang="zh-CN" sz="1400" dirty="0">
                <a:solidFill>
                  <a:schemeClr val="dk1"/>
                </a:solidFill>
                <a:latin typeface="微软雅黑" panose="020B0503020204020204" charset="-122"/>
                <a:ea typeface="微软雅黑" panose="020B0503020204020204" charset="-122"/>
                <a:sym typeface="+mn-ea"/>
              </a:rPr>
              <a:t>）开发信息：App Key 与 App Secret调用北向接口时所需验证序号与密钥。</a:t>
            </a:r>
          </a:p>
          <a:p>
            <a:pPr algn="l">
              <a:lnSpc>
                <a:spcPct val="150000"/>
              </a:lnSpc>
              <a:buClrTx/>
              <a:buSzTx/>
              <a:buFont typeface="Arial" panose="020B0604020202020204" pitchFamily="34" charset="0"/>
              <a:buNone/>
            </a:pPr>
            <a:endParaRPr lang="zh-CN" sz="1400" dirty="0">
              <a:solidFill>
                <a:schemeClr val="dk1"/>
              </a:solidFill>
              <a:latin typeface="微软雅黑" panose="020B0503020204020204" charset="-122"/>
              <a:ea typeface="微软雅黑" panose="020B0503020204020204" charset="-122"/>
              <a:sym typeface="+mn-ea"/>
            </a:endParaRPr>
          </a:p>
          <a:p>
            <a:pPr algn="l">
              <a:lnSpc>
                <a:spcPct val="150000"/>
              </a:lnSpc>
              <a:buClrTx/>
              <a:buSzTx/>
              <a:buFont typeface="Arial" panose="020B0604020202020204" pitchFamily="34" charset="0"/>
              <a:buNone/>
            </a:pPr>
            <a:r>
              <a:rPr lang="zh-CN" sz="1400" dirty="0">
                <a:solidFill>
                  <a:schemeClr val="dk1"/>
                </a:solidFill>
                <a:latin typeface="微软雅黑" panose="020B0503020204020204" charset="-122"/>
                <a:ea typeface="微软雅黑" panose="020B0503020204020204" charset="-122"/>
                <a:sym typeface="+mn-ea"/>
              </a:rPr>
              <a:t>（</a:t>
            </a:r>
            <a:r>
              <a:rPr lang="en-US" altLang="zh-CN" sz="1400" dirty="0">
                <a:solidFill>
                  <a:schemeClr val="dk1"/>
                </a:solidFill>
                <a:latin typeface="微软雅黑" panose="020B0503020204020204" charset="-122"/>
                <a:ea typeface="微软雅黑" panose="020B0503020204020204" charset="-122"/>
                <a:sym typeface="+mn-ea"/>
              </a:rPr>
              <a:t>3</a:t>
            </a:r>
            <a:r>
              <a:rPr lang="zh-CN" sz="1400" dirty="0">
                <a:solidFill>
                  <a:schemeClr val="dk1"/>
                </a:solidFill>
                <a:latin typeface="微软雅黑" panose="020B0503020204020204" charset="-122"/>
                <a:ea typeface="微软雅黑" panose="020B0503020204020204" charset="-122"/>
                <a:sym typeface="+mn-ea"/>
              </a:rPr>
              <a:t>）北向SDK语言选择：展开选定您所需的开发语言，然后点击【↓SDK下载】即可下载对应语言的SDK用于北向快速开发。</a:t>
            </a:r>
          </a:p>
          <a:p>
            <a:pPr algn="l">
              <a:lnSpc>
                <a:spcPct val="150000"/>
              </a:lnSpc>
              <a:buClrTx/>
              <a:buSzTx/>
              <a:buFont typeface="Arial" panose="020B0604020202020204" pitchFamily="34" charset="0"/>
              <a:buNone/>
            </a:pPr>
            <a:r>
              <a:rPr lang="en-US" altLang="zh-CN" sz="1400" dirty="0">
                <a:solidFill>
                  <a:schemeClr val="dk1"/>
                </a:solidFill>
                <a:latin typeface="微软雅黑" panose="020B0503020204020204" charset="-122"/>
                <a:ea typeface="微软雅黑" panose="020B0503020204020204" charset="-122"/>
                <a:sym typeface="+mn-ea"/>
              </a:rPr>
              <a:t>SDK</a:t>
            </a:r>
            <a:r>
              <a:rPr lang="zh-CN" sz="1400" dirty="0">
                <a:solidFill>
                  <a:schemeClr val="dk1"/>
                </a:solidFill>
                <a:latin typeface="微软雅黑" panose="020B0503020204020204" charset="-122"/>
                <a:ea typeface="微软雅黑" panose="020B0503020204020204" charset="-122"/>
                <a:sym typeface="+mn-ea"/>
              </a:rPr>
              <a:t>使用方法：https://www.ctwing.cn/yykf/124#see</a:t>
            </a:r>
          </a:p>
          <a:p>
            <a:pPr algn="l">
              <a:lnSpc>
                <a:spcPct val="150000"/>
              </a:lnSpc>
              <a:buClrTx/>
              <a:buSzTx/>
              <a:buFont typeface="Arial" panose="020B0604020202020204" pitchFamily="34" charset="0"/>
              <a:buNone/>
            </a:pPr>
            <a:endParaRPr lang="zh-CN" sz="1400" dirty="0">
              <a:solidFill>
                <a:schemeClr val="dk1"/>
              </a:solidFill>
              <a:latin typeface="微软雅黑" panose="020B0503020204020204" charset="-122"/>
              <a:ea typeface="微软雅黑" panose="020B0503020204020204" charset="-122"/>
              <a:sym typeface="+mn-ea"/>
            </a:endParaRPr>
          </a:p>
          <a:p>
            <a:pPr algn="l">
              <a:lnSpc>
                <a:spcPct val="150000"/>
              </a:lnSpc>
              <a:buClrTx/>
              <a:buSzTx/>
              <a:buFont typeface="Arial" panose="020B0604020202020204" pitchFamily="34" charset="0"/>
              <a:buNone/>
            </a:pPr>
            <a:r>
              <a:rPr lang="zh-CN" sz="1400" dirty="0">
                <a:solidFill>
                  <a:schemeClr val="dk1"/>
                </a:solidFill>
                <a:latin typeface="微软雅黑" panose="020B0503020204020204" charset="-122"/>
                <a:ea typeface="微软雅黑" panose="020B0503020204020204" charset="-122"/>
                <a:sym typeface="+mn-ea"/>
              </a:rPr>
              <a:t>（</a:t>
            </a:r>
            <a:r>
              <a:rPr lang="en-US" altLang="zh-CN" sz="1400" dirty="0">
                <a:solidFill>
                  <a:schemeClr val="dk1"/>
                </a:solidFill>
                <a:latin typeface="微软雅黑" panose="020B0503020204020204" charset="-122"/>
                <a:ea typeface="微软雅黑" panose="020B0503020204020204" charset="-122"/>
                <a:sym typeface="+mn-ea"/>
              </a:rPr>
              <a:t>4</a:t>
            </a:r>
            <a:r>
              <a:rPr lang="zh-CN" sz="1400" dirty="0">
                <a:solidFill>
                  <a:schemeClr val="dk1"/>
                </a:solidFill>
                <a:latin typeface="微软雅黑" panose="020B0503020204020204" charset="-122"/>
                <a:ea typeface="微软雅黑" panose="020B0503020204020204" charset="-122"/>
                <a:sym typeface="+mn-ea"/>
              </a:rPr>
              <a:t>）应用能力-AIOT通用组件能力服务</a:t>
            </a:r>
          </a:p>
          <a:p>
            <a:pPr algn="l">
              <a:lnSpc>
                <a:spcPct val="150000"/>
              </a:lnSpc>
              <a:buClrTx/>
              <a:buSzTx/>
              <a:buFont typeface="Arial" panose="020B0604020202020204" pitchFamily="34" charset="0"/>
              <a:buNone/>
            </a:pPr>
            <a:r>
              <a:rPr lang="zh-CN" sz="1400" dirty="0">
                <a:solidFill>
                  <a:schemeClr val="dk1"/>
                </a:solidFill>
                <a:latin typeface="微软雅黑" panose="020B0503020204020204" charset="-122"/>
                <a:ea typeface="微软雅黑" panose="020B0503020204020204" charset="-122"/>
                <a:sym typeface="+mn-ea"/>
              </a:rPr>
              <a:t>点击API文档和在线调试按钮均可跳转在线API文档查询接口文档信息并在线调试接口功能。</a:t>
            </a:r>
          </a:p>
        </p:txBody>
      </p:sp>
      <p:pic>
        <p:nvPicPr>
          <p:cNvPr id="5" name="图片 4"/>
          <p:cNvPicPr>
            <a:picLocks noChangeAspect="1"/>
          </p:cNvPicPr>
          <p:nvPr/>
        </p:nvPicPr>
        <p:blipFill>
          <a:blip r:embed="rId2"/>
          <a:srcRect l="728"/>
          <a:stretch>
            <a:fillRect/>
          </a:stretch>
        </p:blipFill>
        <p:spPr>
          <a:xfrm>
            <a:off x="4595495" y="951230"/>
            <a:ext cx="7269480" cy="937260"/>
          </a:xfrm>
          <a:prstGeom prst="rect">
            <a:avLst/>
          </a:prstGeom>
        </p:spPr>
      </p:pic>
      <p:pic>
        <p:nvPicPr>
          <p:cNvPr id="6" name="图片 5"/>
          <p:cNvPicPr>
            <a:picLocks noChangeAspect="1"/>
          </p:cNvPicPr>
          <p:nvPr/>
        </p:nvPicPr>
        <p:blipFill>
          <a:blip r:embed="rId3"/>
          <a:stretch>
            <a:fillRect/>
          </a:stretch>
        </p:blipFill>
        <p:spPr>
          <a:xfrm>
            <a:off x="4595495" y="2288540"/>
            <a:ext cx="7434580" cy="393700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EFA82-87AB-43F5-A900-3E8B0EC8CFD5}"/>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5856F2E0-3192-3CBF-7D6B-6A78A45C7740}"/>
              </a:ext>
            </a:extLst>
          </p:cNvPr>
          <p:cNvSpPr txBox="1"/>
          <p:nvPr/>
        </p:nvSpPr>
        <p:spPr>
          <a:xfrm>
            <a:off x="1698172" y="2659559"/>
            <a:ext cx="9682459" cy="769441"/>
          </a:xfrm>
          <a:prstGeom prst="rect">
            <a:avLst/>
          </a:prstGeom>
          <a:noFill/>
        </p:spPr>
        <p:txBody>
          <a:bodyPr wrap="none" rtlCol="0">
            <a:spAutoFit/>
          </a:bodyPr>
          <a:lstStyle/>
          <a:p>
            <a:r>
              <a:rPr lang="zh-CN" altLang="en-US" sz="4400" b="1" dirty="0">
                <a:solidFill>
                  <a:srgbClr val="C00000"/>
                </a:solidFill>
                <a:latin typeface="+mj-ea"/>
                <a:ea typeface="+mj-ea"/>
              </a:rPr>
              <a:t>② 兼容方案（使用</a:t>
            </a:r>
            <a:r>
              <a:rPr lang="en-US" altLang="zh-CN" sz="4400" b="1" dirty="0">
                <a:solidFill>
                  <a:srgbClr val="C00000"/>
                </a:solidFill>
                <a:latin typeface="+mj-ea"/>
                <a:ea typeface="+mj-ea"/>
              </a:rPr>
              <a:t>NB</a:t>
            </a:r>
            <a:r>
              <a:rPr lang="zh-CN" altLang="en-US" sz="4400" b="1" dirty="0">
                <a:solidFill>
                  <a:srgbClr val="C00000"/>
                </a:solidFill>
                <a:latin typeface="+mj-ea"/>
                <a:ea typeface="+mj-ea"/>
              </a:rPr>
              <a:t>网关兼容接口）</a:t>
            </a:r>
          </a:p>
        </p:txBody>
      </p:sp>
    </p:spTree>
    <p:extLst>
      <p:ext uri="{BB962C8B-B14F-4D97-AF65-F5344CB8AC3E}">
        <p14:creationId xmlns:p14="http://schemas.microsoft.com/office/powerpoint/2010/main" val="14299915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86888" y="1140964"/>
            <a:ext cx="11155880" cy="1038233"/>
          </a:xfrm>
          <a:prstGeom prst="rect">
            <a:avLst/>
          </a:prstGeom>
        </p:spPr>
        <p:txBody>
          <a:bodyPr wrap="square">
            <a:spAutoFit/>
          </a:bodyPr>
          <a:lstStyle/>
          <a:p>
            <a:pPr marL="342900" marR="0" lvl="0" indent="-342900" algn="l" defTabSz="914400" rtl="0" eaLnBrk="1" fontAlgn="auto" latinLnBrk="0" hangingPunct="1">
              <a:lnSpc>
                <a:spcPct val="150000"/>
              </a:lnSpc>
              <a:spcBef>
                <a:spcPts val="600"/>
              </a:spcBef>
              <a:spcAft>
                <a:spcPts val="0"/>
              </a:spcAft>
              <a:buClrTx/>
              <a:buSzTx/>
              <a:buFont typeface="Wingdings" panose="05000000000000000000" pitchFamily="2" charset="2"/>
              <a:buChar char="n"/>
              <a:tabLst/>
              <a:defRPr/>
            </a:pPr>
            <a:r>
              <a:rPr kumimoji="1" lang="zh-CN" altLang="en-US" sz="20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工作事项：客户终端、应用业务系统需在新平台完成南</a:t>
            </a:r>
            <a:r>
              <a:rPr kumimoji="0" lang="zh-CN" altLang="en-US" sz="20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北向对接</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ct val="150000"/>
              </a:lnSpc>
              <a:spcBef>
                <a:spcPts val="600"/>
              </a:spcBef>
              <a:spcAft>
                <a:spcPts val="0"/>
              </a:spcAft>
              <a:buClrTx/>
              <a:buSzTx/>
              <a:buFont typeface="Wingdings" panose="05000000000000000000" pitchFamily="2" charset="2"/>
              <a:buChar char="n"/>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目的：确认已与新平台可正常进行端到端业务流程</a:t>
            </a:r>
          </a:p>
        </p:txBody>
      </p:sp>
      <p:sp>
        <p:nvSpPr>
          <p:cNvPr id="6" name="文本框 5"/>
          <p:cNvSpPr txBox="1"/>
          <p:nvPr/>
        </p:nvSpPr>
        <p:spPr>
          <a:xfrm>
            <a:off x="6373814" y="3673705"/>
            <a:ext cx="4778091" cy="119888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1</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应用内配置添加订阅推送</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2</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应用开发，</a:t>
            </a: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 </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更改</a:t>
            </a: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API</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调用请求地址</a:t>
            </a:r>
            <a:endPar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3</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、调测</a:t>
            </a: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Token</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接口，测试</a:t>
            </a: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API</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调用</a:t>
            </a:r>
          </a:p>
        </p:txBody>
      </p:sp>
      <p:sp>
        <p:nvSpPr>
          <p:cNvPr id="7" name="矩形 6"/>
          <p:cNvSpPr/>
          <p:nvPr/>
        </p:nvSpPr>
        <p:spPr>
          <a:xfrm>
            <a:off x="6373814" y="3206544"/>
            <a:ext cx="3494867"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应用对接操作步骤（北向）：</a:t>
            </a:r>
          </a:p>
        </p:txBody>
      </p:sp>
      <p:sp>
        <p:nvSpPr>
          <p:cNvPr id="8" name="矩形 7"/>
          <p:cNvSpPr/>
          <p:nvPr/>
        </p:nvSpPr>
        <p:spPr>
          <a:xfrm>
            <a:off x="614853" y="3258025"/>
            <a:ext cx="3494867"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终端对接操作步骤（南向）：</a:t>
            </a:r>
          </a:p>
        </p:txBody>
      </p:sp>
      <p:sp>
        <p:nvSpPr>
          <p:cNvPr id="9" name="矩形 8"/>
          <p:cNvSpPr/>
          <p:nvPr/>
        </p:nvSpPr>
        <p:spPr>
          <a:xfrm>
            <a:off x="614853" y="3673705"/>
            <a:ext cx="5270460" cy="230695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1</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、提供账户信息，</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由天翼物联开通兼容账户权限</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2</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、创建兼容应用，由天翼物联开通兼容应用权限</a:t>
            </a:r>
            <a:endPar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2</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、下载</a:t>
            </a: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profile</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文件，</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由天翼物联上传对应编解码插件</a:t>
            </a:r>
            <a:endPar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3</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、创建产品，上传</a:t>
            </a: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profile</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文件；</a:t>
            </a:r>
            <a:endPar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4</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、添加测试终端，提供设备信息，</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sym typeface="+mn-ea"/>
              </a:rPr>
              <a:t>由天翼物联进行迁移，测试</a:t>
            </a:r>
            <a:r>
              <a:rPr kumimoji="0" lang="zh-CN" altLang="en-US" sz="1600" b="0" i="0" u="none" strike="noStrike" kern="1200" cap="none" spc="0" normalizeH="0" baseline="0" noProof="0" dirty="0">
                <a:ln>
                  <a:noFill/>
                </a:ln>
                <a:solidFill>
                  <a:srgbClr val="080808"/>
                </a:solidFill>
                <a:effectLst/>
                <a:uLnTx/>
                <a:uFillTx/>
                <a:latin typeface="微软雅黑" panose="020B0503020204020204" charset="-122"/>
                <a:ea typeface="微软雅黑" panose="020B0503020204020204" charset="-122"/>
                <a:cs typeface="+mn-cs"/>
              </a:rPr>
              <a:t>数据上报</a:t>
            </a:r>
          </a:p>
        </p:txBody>
      </p:sp>
      <p:sp>
        <p:nvSpPr>
          <p:cNvPr id="10" name="矩形: 圆角 4"/>
          <p:cNvSpPr/>
          <p:nvPr/>
        </p:nvSpPr>
        <p:spPr>
          <a:xfrm>
            <a:off x="386080" y="2648585"/>
            <a:ext cx="11064875" cy="3740150"/>
          </a:xfrm>
          <a:prstGeom prst="roundRect">
            <a:avLst>
              <a:gd name="adj" fmla="val 1860"/>
            </a:avLst>
          </a:prstGeom>
          <a:noFill/>
          <a:ln w="12700" cap="rnd" cmpd="sng" algn="ctr">
            <a:solidFill>
              <a:srgbClr val="C00000"/>
            </a:solidFill>
            <a:prstDash val="solid"/>
            <a:round/>
          </a:ln>
          <a:effectLst/>
        </p:spPr>
        <p:txBody>
          <a:bodyPr rot="0" spcFirstLastPara="0" vertOverflow="overflow" horzOverflow="overflow" vert="horz" wrap="none" lIns="35992" tIns="35992" rIns="35992" bIns="71983" numCol="1" spcCol="0" rtlCol="0" fromWordArt="0" anchor="b"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南北向对接介绍</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t>兼容</a:t>
            </a:r>
            <a:r>
              <a:rPr lang="en-US" altLang="zh-CN" sz="2400" dirty="0"/>
              <a:t>NB</a:t>
            </a:r>
            <a:r>
              <a:rPr lang="zh-CN" altLang="en-US" sz="2400" dirty="0"/>
              <a:t>网关权限开通</a:t>
            </a:r>
            <a:endParaRPr lang="en-US" altLang="zh-CN" sz="2400" dirty="0">
              <a:latin typeface="微软雅黑" panose="020B0503020204020204" charset="-122"/>
              <a:ea typeface="微软雅黑" panose="020B0503020204020204" charset="-122"/>
            </a:endParaRPr>
          </a:p>
        </p:txBody>
      </p:sp>
      <p:sp>
        <p:nvSpPr>
          <p:cNvPr id="7" name="矩形 6"/>
          <p:cNvSpPr/>
          <p:nvPr/>
        </p:nvSpPr>
        <p:spPr>
          <a:xfrm>
            <a:off x="341630" y="1606550"/>
            <a:ext cx="4077335" cy="4684395"/>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1</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）登录平台后，点击右上角</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控制台</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2</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进入控制台，点击右上角登录名，</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再点击 </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“个人中心”</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3</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）获取租户</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id</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信息，</a:t>
            </a:r>
            <a:r>
              <a:rPr kumimoji="0" lang="zh-CN" altLang="en-US" sz="14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sym typeface="+mn-ea"/>
              </a:rPr>
              <a:t>提供给运营人员，进行</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sym typeface="+mn-ea"/>
              </a:rPr>
              <a:t>兼容模式后台开通操作。</a:t>
            </a:r>
          </a:p>
        </p:txBody>
      </p:sp>
      <p:pic>
        <p:nvPicPr>
          <p:cNvPr id="3" name="图片 2"/>
          <p:cNvPicPr>
            <a:picLocks noChangeAspect="1"/>
          </p:cNvPicPr>
          <p:nvPr/>
        </p:nvPicPr>
        <p:blipFill>
          <a:blip r:embed="rId2"/>
          <a:stretch>
            <a:fillRect/>
          </a:stretch>
        </p:blipFill>
        <p:spPr>
          <a:xfrm>
            <a:off x="4249420" y="1295400"/>
            <a:ext cx="7532370" cy="1114425"/>
          </a:xfrm>
          <a:prstGeom prst="rect">
            <a:avLst/>
          </a:prstGeom>
        </p:spPr>
      </p:pic>
      <p:pic>
        <p:nvPicPr>
          <p:cNvPr id="5" name="图片 4"/>
          <p:cNvPicPr>
            <a:picLocks noChangeAspect="1"/>
          </p:cNvPicPr>
          <p:nvPr/>
        </p:nvPicPr>
        <p:blipFill>
          <a:blip r:embed="rId3"/>
          <a:stretch>
            <a:fillRect/>
          </a:stretch>
        </p:blipFill>
        <p:spPr>
          <a:xfrm>
            <a:off x="4249420" y="2727960"/>
            <a:ext cx="7533005" cy="1311910"/>
          </a:xfrm>
          <a:prstGeom prst="rect">
            <a:avLst/>
          </a:prstGeom>
        </p:spPr>
      </p:pic>
      <p:pic>
        <p:nvPicPr>
          <p:cNvPr id="8" name="图片 7"/>
          <p:cNvPicPr>
            <a:picLocks noChangeAspect="1"/>
          </p:cNvPicPr>
          <p:nvPr/>
        </p:nvPicPr>
        <p:blipFill>
          <a:blip r:embed="rId4"/>
          <a:stretch>
            <a:fillRect/>
          </a:stretch>
        </p:blipFill>
        <p:spPr>
          <a:xfrm>
            <a:off x="4249420" y="4357370"/>
            <a:ext cx="7517765" cy="132588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sz="2400" dirty="0">
                <a:latin typeface="微软雅黑" panose="020B0503020204020204" charset="-122"/>
                <a:ea typeface="微软雅黑" panose="020B0503020204020204" charset="-122"/>
                <a:sym typeface="+mn-ea"/>
              </a:rPr>
              <a:t>兼容应用创建</a:t>
            </a:r>
            <a:endParaRPr lang="en-US" altLang="zh-CN" sz="2400" dirty="0">
              <a:latin typeface="微软雅黑" panose="020B0503020204020204" charset="-122"/>
              <a:ea typeface="微软雅黑" panose="020B0503020204020204" charset="-122"/>
            </a:endParaRPr>
          </a:p>
        </p:txBody>
      </p:sp>
      <p:sp>
        <p:nvSpPr>
          <p:cNvPr id="7" name="矩形 6"/>
          <p:cNvSpPr/>
          <p:nvPr/>
        </p:nvSpPr>
        <p:spPr>
          <a:xfrm>
            <a:off x="464820" y="1086485"/>
            <a:ext cx="4077335" cy="4993005"/>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1</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在“应用开发-应用管理”点击新增应用</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，即可创建应用，进行</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API</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接口开发工作。</a:t>
            </a:r>
            <a:endParaRPr kumimoji="0"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2</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按提示进行填写</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并完成创建第三方应用</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just" defTabSz="914400" rtl="0" eaLnBrk="1" fontAlgn="auto" latinLnBrk="0" hangingPunct="1">
              <a:lnSpc>
                <a:spcPct val="150000"/>
              </a:lnSpc>
              <a:spcBef>
                <a:spcPts val="0"/>
              </a:spcBef>
              <a:spcAft>
                <a:spcPts val="0"/>
              </a:spcAft>
              <a:buClrTx/>
              <a:buSzTx/>
              <a:buFont typeface="Wingdings" panose="05000000000000000000" charset="0"/>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ea"/>
            </a:endParaRPr>
          </a:p>
        </p:txBody>
      </p:sp>
      <p:pic>
        <p:nvPicPr>
          <p:cNvPr id="2" name="图片 1"/>
          <p:cNvPicPr>
            <a:picLocks noChangeAspect="1"/>
          </p:cNvPicPr>
          <p:nvPr/>
        </p:nvPicPr>
        <p:blipFill>
          <a:blip r:embed="rId2"/>
          <a:stretch>
            <a:fillRect/>
          </a:stretch>
        </p:blipFill>
        <p:spPr>
          <a:xfrm>
            <a:off x="4925060" y="951865"/>
            <a:ext cx="6446520" cy="1801495"/>
          </a:xfrm>
          <a:prstGeom prst="rect">
            <a:avLst/>
          </a:prstGeom>
        </p:spPr>
      </p:pic>
      <p:pic>
        <p:nvPicPr>
          <p:cNvPr id="3" name="图片 2"/>
          <p:cNvPicPr>
            <a:picLocks noChangeAspect="1"/>
          </p:cNvPicPr>
          <p:nvPr/>
        </p:nvPicPr>
        <p:blipFill>
          <a:blip r:embed="rId3"/>
          <a:srcRect r="2174"/>
          <a:stretch>
            <a:fillRect/>
          </a:stretch>
        </p:blipFill>
        <p:spPr>
          <a:xfrm>
            <a:off x="4925060" y="2913380"/>
            <a:ext cx="3943985" cy="3626485"/>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北向对接</a:t>
            </a:r>
            <a:r>
              <a:rPr lang="en-US" altLang="zh-CN" sz="2400" dirty="0">
                <a:latin typeface="微软雅黑" panose="020B0503020204020204" charset="-122"/>
                <a:ea typeface="微软雅黑" panose="020B0503020204020204" charset="-122"/>
              </a:rPr>
              <a:t>-</a:t>
            </a:r>
            <a:r>
              <a:rPr sz="2400" dirty="0">
                <a:latin typeface="微软雅黑" panose="020B0503020204020204" charset="-122"/>
                <a:ea typeface="微软雅黑" panose="020B0503020204020204" charset="-122"/>
                <a:sym typeface="+mn-ea"/>
              </a:rPr>
              <a:t>应用对接（</a:t>
            </a:r>
            <a:r>
              <a:rPr lang="en-US" altLang="zh-CN" sz="2400" dirty="0">
                <a:latin typeface="微软雅黑" panose="020B0503020204020204" charset="-122"/>
                <a:ea typeface="微软雅黑" panose="020B0503020204020204" charset="-122"/>
                <a:sym typeface="+mn-ea"/>
              </a:rPr>
              <a:t>1/3</a:t>
            </a:r>
            <a:r>
              <a:rPr sz="2400" dirty="0">
                <a:latin typeface="微软雅黑" panose="020B0503020204020204" charset="-122"/>
                <a:ea typeface="微软雅黑" panose="020B0503020204020204" charset="-122"/>
                <a:sym typeface="+mn-ea"/>
              </a:rPr>
              <a:t>）</a:t>
            </a:r>
            <a:endParaRPr lang="zh-CN" altLang="en-US" sz="2400" dirty="0">
              <a:latin typeface="微软雅黑" panose="020B0503020204020204" charset="-122"/>
              <a:ea typeface="微软雅黑" panose="020B0503020204020204" charset="-122"/>
            </a:endParaRPr>
          </a:p>
        </p:txBody>
      </p:sp>
      <p:sp>
        <p:nvSpPr>
          <p:cNvPr id="7" name="矩形 6"/>
          <p:cNvSpPr/>
          <p:nvPr/>
        </p:nvSpPr>
        <p:spPr>
          <a:xfrm>
            <a:off x="377825" y="1135380"/>
            <a:ext cx="10893425" cy="862965"/>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1</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）北向应用对接，使用的仍是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NB </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网关北向的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SDK</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，正常只需要修改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ip </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地址即可对接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AEP </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兼容的北向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api</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。应用服务器首次访问物联网平台的开放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API </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时，需调用接口完成认证鉴权，获取</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accessToken</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pic>
        <p:nvPicPr>
          <p:cNvPr id="2" name="图片 1"/>
          <p:cNvPicPr>
            <a:picLocks noChangeAspect="1"/>
          </p:cNvPicPr>
          <p:nvPr/>
        </p:nvPicPr>
        <p:blipFill>
          <a:blip r:embed="rId2"/>
          <a:stretch>
            <a:fillRect/>
          </a:stretch>
        </p:blipFill>
        <p:spPr>
          <a:xfrm>
            <a:off x="377825" y="2453640"/>
            <a:ext cx="11355705" cy="3385185"/>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北向对接</a:t>
            </a:r>
            <a:r>
              <a:rPr lang="en-US" altLang="zh-CN" sz="2400" dirty="0">
                <a:latin typeface="微软雅黑" panose="020B0503020204020204" charset="-122"/>
                <a:ea typeface="微软雅黑" panose="020B0503020204020204" charset="-122"/>
              </a:rPr>
              <a:t>-</a:t>
            </a:r>
            <a:r>
              <a:rPr sz="2400" dirty="0">
                <a:latin typeface="微软雅黑" panose="020B0503020204020204" charset="-122"/>
                <a:ea typeface="微软雅黑" panose="020B0503020204020204" charset="-122"/>
                <a:sym typeface="+mn-ea"/>
              </a:rPr>
              <a:t>获取 token（</a:t>
            </a:r>
            <a:r>
              <a:rPr lang="en-US" altLang="zh-CN" sz="2400" dirty="0">
                <a:latin typeface="微软雅黑" panose="020B0503020204020204" charset="-122"/>
                <a:ea typeface="微软雅黑" panose="020B0503020204020204" charset="-122"/>
                <a:sym typeface="+mn-ea"/>
              </a:rPr>
              <a:t>2/3</a:t>
            </a:r>
            <a:r>
              <a:rPr sz="2400" dirty="0">
                <a:latin typeface="微软雅黑" panose="020B0503020204020204" charset="-122"/>
                <a:ea typeface="微软雅黑" panose="020B0503020204020204" charset="-122"/>
                <a:sym typeface="+mn-ea"/>
              </a:rPr>
              <a:t>）</a:t>
            </a:r>
            <a:endParaRPr lang="zh-CN" altLang="en-US" sz="2400" dirty="0">
              <a:latin typeface="微软雅黑" panose="020B0503020204020204" charset="-122"/>
              <a:ea typeface="微软雅黑" panose="020B0503020204020204" charset="-122"/>
            </a:endParaRPr>
          </a:p>
        </p:txBody>
      </p:sp>
      <p:sp>
        <p:nvSpPr>
          <p:cNvPr id="7" name="矩形 6"/>
          <p:cNvSpPr/>
          <p:nvPr/>
        </p:nvSpPr>
        <p:spPr>
          <a:xfrm>
            <a:off x="377825" y="960755"/>
            <a:ext cx="9679305" cy="798830"/>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token </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有效期为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3600s</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，失效后需要刷新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token</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。如果多次获取</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accessToken</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，则之前的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accessToken </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失效，最后一次获取的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accessToken </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才有效。请勿并发获取 </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accessToken</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pic>
        <p:nvPicPr>
          <p:cNvPr id="4" name="图片 3"/>
          <p:cNvPicPr>
            <a:picLocks noChangeAspect="1"/>
          </p:cNvPicPr>
          <p:nvPr/>
        </p:nvPicPr>
        <p:blipFill>
          <a:blip r:embed="rId2"/>
          <a:stretch>
            <a:fillRect/>
          </a:stretch>
        </p:blipFill>
        <p:spPr>
          <a:xfrm>
            <a:off x="268605" y="1759585"/>
            <a:ext cx="5193030" cy="4551045"/>
          </a:xfrm>
          <a:prstGeom prst="rect">
            <a:avLst/>
          </a:prstGeom>
        </p:spPr>
      </p:pic>
      <p:sp>
        <p:nvSpPr>
          <p:cNvPr id="3" name="文本框 2"/>
          <p:cNvSpPr txBox="1"/>
          <p:nvPr/>
        </p:nvSpPr>
        <p:spPr>
          <a:xfrm>
            <a:off x="5532755" y="2318385"/>
            <a:ext cx="5427345" cy="352044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请求示例：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POST https://{host}:{port}/iocm/app/sec/v1.1.0/login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Content-Type: application/x-www-form-urlencoded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appId=****** &amp; secret=******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正常响应示例：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Status Code: 200 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Content-Type: application/json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 "scope": "default", "tokenType": "Bearer ", "expiresIn": 3600, "accessToken": "*******", "refreshToken":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北向对接</a:t>
            </a:r>
            <a:r>
              <a:rPr lang="en-US" altLang="zh-CN" sz="2400" dirty="0">
                <a:latin typeface="微软雅黑" panose="020B0503020204020204" charset="-122"/>
                <a:ea typeface="微软雅黑" panose="020B0503020204020204" charset="-122"/>
              </a:rPr>
              <a:t>-</a:t>
            </a:r>
            <a:r>
              <a:rPr sz="2400" dirty="0">
                <a:latin typeface="微软雅黑" panose="020B0503020204020204" charset="-122"/>
                <a:ea typeface="微软雅黑" panose="020B0503020204020204" charset="-122"/>
                <a:sym typeface="+mn-ea"/>
              </a:rPr>
              <a:t>刷新 token（</a:t>
            </a:r>
            <a:r>
              <a:rPr lang="en-US" altLang="zh-CN" sz="2400" dirty="0">
                <a:latin typeface="微软雅黑" panose="020B0503020204020204" charset="-122"/>
                <a:ea typeface="微软雅黑" panose="020B0503020204020204" charset="-122"/>
                <a:sym typeface="+mn-ea"/>
              </a:rPr>
              <a:t>3/3</a:t>
            </a:r>
            <a:r>
              <a:rPr sz="2400" dirty="0">
                <a:latin typeface="微软雅黑" panose="020B0503020204020204" charset="-122"/>
                <a:ea typeface="微软雅黑" panose="020B0503020204020204" charset="-122"/>
                <a:sym typeface="+mn-ea"/>
              </a:rPr>
              <a:t>）</a:t>
            </a:r>
            <a:endParaRPr lang="zh-CN" altLang="en-US" sz="2400" dirty="0">
              <a:latin typeface="微软雅黑" panose="020B0503020204020204" charset="-122"/>
              <a:ea typeface="微软雅黑" panose="020B0503020204020204" charset="-122"/>
            </a:endParaRPr>
          </a:p>
        </p:txBody>
      </p:sp>
      <p:sp>
        <p:nvSpPr>
          <p:cNvPr id="3" name="文本框 2"/>
          <p:cNvSpPr txBox="1"/>
          <p:nvPr/>
        </p:nvSpPr>
        <p:spPr>
          <a:xfrm>
            <a:off x="5832475" y="1844040"/>
            <a:ext cx="5427345" cy="39693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POST https://{host}:{port}/iocm/app/sec/v1.1.0/refreshToken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Content-Type: application/json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 "appId": "******", "secret": "******", "refreshToken":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响应示例：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Status Code: 200 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Content-Type: application/json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 "accessToken": "*******", "tokenType": "*******", "expiresIn": "*******", "refreshToken":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"scope":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微软雅黑"/>
                <a:cs typeface="+mn-cs"/>
              </a:rPr>
              <a:t>}</a:t>
            </a:r>
          </a:p>
        </p:txBody>
      </p:sp>
      <p:pic>
        <p:nvPicPr>
          <p:cNvPr id="5" name="图片 4"/>
          <p:cNvPicPr>
            <a:picLocks noChangeAspect="1"/>
          </p:cNvPicPr>
          <p:nvPr/>
        </p:nvPicPr>
        <p:blipFill>
          <a:blip r:embed="rId2"/>
          <a:stretch>
            <a:fillRect/>
          </a:stretch>
        </p:blipFill>
        <p:spPr>
          <a:xfrm>
            <a:off x="779145" y="3876675"/>
            <a:ext cx="4274820" cy="2799715"/>
          </a:xfrm>
          <a:prstGeom prst="rect">
            <a:avLst/>
          </a:prstGeom>
        </p:spPr>
      </p:pic>
      <p:pic>
        <p:nvPicPr>
          <p:cNvPr id="6" name="图片 5"/>
          <p:cNvPicPr>
            <a:picLocks noChangeAspect="1"/>
          </p:cNvPicPr>
          <p:nvPr/>
        </p:nvPicPr>
        <p:blipFill>
          <a:blip r:embed="rId3"/>
          <a:stretch>
            <a:fillRect/>
          </a:stretch>
        </p:blipFill>
        <p:spPr>
          <a:xfrm>
            <a:off x="923290" y="911225"/>
            <a:ext cx="3863340" cy="2929890"/>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北向对接</a:t>
            </a:r>
            <a:r>
              <a:rPr lang="en-US" altLang="zh-CN" sz="2400" dirty="0">
                <a:latin typeface="微软雅黑" panose="020B0503020204020204" charset="-122"/>
                <a:ea typeface="微软雅黑" panose="020B0503020204020204" charset="-122"/>
              </a:rPr>
              <a:t>-HTTP</a:t>
            </a:r>
            <a:r>
              <a:rPr lang="zh-CN" altLang="en-US" sz="2400" dirty="0">
                <a:latin typeface="微软雅黑" panose="020B0503020204020204" charset="-122"/>
                <a:ea typeface="微软雅黑" panose="020B0503020204020204" charset="-122"/>
              </a:rPr>
              <a:t>推送地址添加</a:t>
            </a:r>
          </a:p>
        </p:txBody>
      </p:sp>
      <p:pic>
        <p:nvPicPr>
          <p:cNvPr id="3" name="图片 2"/>
          <p:cNvPicPr>
            <a:picLocks noChangeAspect="1"/>
          </p:cNvPicPr>
          <p:nvPr/>
        </p:nvPicPr>
        <p:blipFill>
          <a:blip r:embed="rId2"/>
          <a:stretch>
            <a:fillRect/>
          </a:stretch>
        </p:blipFill>
        <p:spPr>
          <a:xfrm>
            <a:off x="497840" y="1466215"/>
            <a:ext cx="11002645" cy="4658360"/>
          </a:xfrm>
          <a:prstGeom prst="rect">
            <a:avLst/>
          </a:prstGeom>
        </p:spPr>
      </p:pic>
      <p:sp>
        <p:nvSpPr>
          <p:cNvPr id="5" name="矩形 4"/>
          <p:cNvSpPr/>
          <p:nvPr/>
        </p:nvSpPr>
        <p:spPr>
          <a:xfrm>
            <a:off x="394335" y="850900"/>
            <a:ext cx="10458450" cy="544830"/>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前往应用详情</a:t>
            </a:r>
            <a:r>
              <a:rPr kumimoji="0" lang="en-US" altLang="zh-CN"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需要订阅的应用内，点击</a:t>
            </a:r>
            <a:r>
              <a:rPr kumimoji="0" lang="en-US" altLang="zh-CN"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新增订阅</a:t>
            </a:r>
            <a:r>
              <a:rPr kumimoji="0" lang="en-US" altLang="zh-CN"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，选择自己所需要的消息类型进行配置。</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产品创建（</a:t>
            </a:r>
            <a:r>
              <a:rPr lang="en-US" altLang="zh-CN" sz="2400" dirty="0">
                <a:latin typeface="微软雅黑" panose="020B0503020204020204" charset="-122"/>
                <a:ea typeface="微软雅黑" panose="020B0503020204020204" charset="-122"/>
              </a:rPr>
              <a:t>1/3</a:t>
            </a:r>
            <a:r>
              <a:rPr lang="zh-CN" altLang="en-US"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p:txBody>
      </p:sp>
      <p:sp>
        <p:nvSpPr>
          <p:cNvPr id="2" name="矩形 1"/>
          <p:cNvSpPr/>
          <p:nvPr/>
        </p:nvSpPr>
        <p:spPr>
          <a:xfrm>
            <a:off x="341630" y="856615"/>
            <a:ext cx="4145915" cy="418465"/>
          </a:xfrm>
          <a:prstGeom prst="rect">
            <a:avLst/>
          </a:prstGeom>
        </p:spPr>
        <p:txBody>
          <a:bodyPr>
            <a:noAutofit/>
          </a:bodyPr>
          <a:lstStyle/>
          <a:p>
            <a:pPr marL="342900" marR="0" lvl="0" indent="-342900" algn="l" defTabSz="914400" rtl="0" eaLnBrk="1" fontAlgn="auto" latinLnBrk="0" hangingPunct="1">
              <a:lnSpc>
                <a:spcPct val="150000"/>
              </a:lnSpc>
              <a:spcBef>
                <a:spcPts val="600"/>
              </a:spcBef>
              <a:spcAft>
                <a:spcPts val="0"/>
              </a:spcAft>
              <a:buClrTx/>
              <a:buSzTx/>
              <a:buFont typeface="Wingdings" panose="05000000000000000000" pitchFamily="2" charset="2"/>
              <a:buChar char="n"/>
              <a:tabLst/>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工作事项：完成产品创建工作。</a:t>
            </a:r>
          </a:p>
        </p:txBody>
      </p:sp>
      <p:pic>
        <p:nvPicPr>
          <p:cNvPr id="6" name="图片 5"/>
          <p:cNvPicPr>
            <a:picLocks noChangeAspect="1"/>
          </p:cNvPicPr>
          <p:nvPr/>
        </p:nvPicPr>
        <p:blipFill>
          <a:blip r:embed="rId2"/>
          <a:srcRect t="1333" r="1718"/>
          <a:stretch>
            <a:fillRect/>
          </a:stretch>
        </p:blipFill>
        <p:spPr>
          <a:xfrm>
            <a:off x="4311015" y="4699000"/>
            <a:ext cx="7806055" cy="1591945"/>
          </a:xfrm>
          <a:prstGeom prst="rect">
            <a:avLst/>
          </a:prstGeom>
        </p:spPr>
      </p:pic>
      <p:sp>
        <p:nvSpPr>
          <p:cNvPr id="7" name="矩形 6"/>
          <p:cNvSpPr/>
          <p:nvPr/>
        </p:nvSpPr>
        <p:spPr>
          <a:xfrm>
            <a:off x="341630" y="1606550"/>
            <a:ext cx="4077335" cy="4684395"/>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1</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）查看应用</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id</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sym typeface="+mn-ea"/>
              </a:rPr>
              <a:t>提供给运营人员，进行后台兼容应用权限开通操作。</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2</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）创建</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profile</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产品前，需要前往</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NB</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网关平台内，提前完成</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profile</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文件（产品模型）下载。下载后，将</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profile</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文件</a:t>
            </a:r>
            <a:r>
              <a:rPr kumimoji="0" lang="zh-CN" altLang="en-US" sz="14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sym typeface="+mn-ea"/>
              </a:rPr>
              <a:t>提供给运营人员，进行后台插件上传。</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3</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进入控制台，点击</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左侧</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 </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zh-CN"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设备管理</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选择</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产品</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，点击右上角</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创建产品</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pic>
        <p:nvPicPr>
          <p:cNvPr id="8" name="图片 7"/>
          <p:cNvPicPr>
            <a:picLocks noChangeAspect="1"/>
          </p:cNvPicPr>
          <p:nvPr/>
        </p:nvPicPr>
        <p:blipFill>
          <a:blip r:embed="rId3"/>
          <a:stretch>
            <a:fillRect/>
          </a:stretch>
        </p:blipFill>
        <p:spPr>
          <a:xfrm>
            <a:off x="4326890" y="2961640"/>
            <a:ext cx="7790180" cy="1436370"/>
          </a:xfrm>
          <a:prstGeom prst="rect">
            <a:avLst/>
          </a:prstGeom>
        </p:spPr>
      </p:pic>
      <p:pic>
        <p:nvPicPr>
          <p:cNvPr id="9" name="图片 8"/>
          <p:cNvPicPr>
            <a:picLocks noChangeAspect="1"/>
          </p:cNvPicPr>
          <p:nvPr/>
        </p:nvPicPr>
        <p:blipFill>
          <a:blip r:embed="rId4"/>
          <a:stretch>
            <a:fillRect/>
          </a:stretch>
        </p:blipFill>
        <p:spPr>
          <a:xfrm>
            <a:off x="4326890" y="990600"/>
            <a:ext cx="6864985" cy="1887855"/>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产品创建</a:t>
            </a:r>
            <a:r>
              <a:rPr lang="zh-CN" altLang="en-US" sz="2400" dirty="0">
                <a:latin typeface="微软雅黑" panose="020B0503020204020204" charset="-122"/>
                <a:ea typeface="微软雅黑" panose="020B0503020204020204" charset="-122"/>
                <a:sym typeface="+mn-ea"/>
              </a:rPr>
              <a:t>（</a:t>
            </a:r>
            <a:r>
              <a:rPr lang="en-US" altLang="zh-CN" sz="2400" dirty="0">
                <a:latin typeface="微软雅黑" panose="020B0503020204020204" charset="-122"/>
                <a:ea typeface="微软雅黑" panose="020B0503020204020204" charset="-122"/>
                <a:sym typeface="+mn-ea"/>
              </a:rPr>
              <a:t>2/3</a:t>
            </a:r>
            <a:r>
              <a:rPr lang="zh-CN" altLang="en-US" sz="2400" dirty="0">
                <a:latin typeface="微软雅黑" panose="020B0503020204020204" charset="-122"/>
                <a:ea typeface="微软雅黑" panose="020B0503020204020204" charset="-122"/>
                <a:sym typeface="+mn-ea"/>
              </a:rPr>
              <a:t>）</a:t>
            </a:r>
            <a:endParaRPr lang="en-US" altLang="zh-CN" sz="2400" dirty="0">
              <a:latin typeface="微软雅黑" panose="020B0503020204020204" charset="-122"/>
              <a:ea typeface="微软雅黑" panose="020B0503020204020204" charset="-122"/>
            </a:endParaRPr>
          </a:p>
        </p:txBody>
      </p:sp>
      <p:sp>
        <p:nvSpPr>
          <p:cNvPr id="3" name="矩形 2"/>
          <p:cNvSpPr/>
          <p:nvPr/>
        </p:nvSpPr>
        <p:spPr>
          <a:xfrm>
            <a:off x="394335" y="850900"/>
            <a:ext cx="10458450" cy="544830"/>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4</a:t>
            </a:r>
            <a:r>
              <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）请按以下</a:t>
            </a:r>
            <a:r>
              <a:rPr kumimoji="0" lang="en-US" altLang="zh-CN"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profile</a:t>
            </a:r>
            <a:r>
              <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产品创建示例，进行产品创建工作。省电模式根据自身产品特性选择</a:t>
            </a:r>
            <a:r>
              <a:rPr kumimoji="0" lang="en-US" altLang="zh-CN"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PSM</a:t>
            </a:r>
            <a:r>
              <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还是</a:t>
            </a:r>
            <a:r>
              <a:rPr kumimoji="0" lang="en-US" altLang="zh-CN"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DRX</a:t>
            </a:r>
            <a:r>
              <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模式。</a:t>
            </a:r>
          </a:p>
        </p:txBody>
      </p:sp>
      <p:pic>
        <p:nvPicPr>
          <p:cNvPr id="2" name="图片 1"/>
          <p:cNvPicPr>
            <a:picLocks noChangeAspect="1"/>
          </p:cNvPicPr>
          <p:nvPr/>
        </p:nvPicPr>
        <p:blipFill>
          <a:blip r:embed="rId2"/>
          <a:stretch>
            <a:fillRect/>
          </a:stretch>
        </p:blipFill>
        <p:spPr>
          <a:xfrm>
            <a:off x="553720" y="1292860"/>
            <a:ext cx="11084560" cy="5445760"/>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产品创建</a:t>
            </a:r>
            <a:r>
              <a:rPr lang="zh-CN" altLang="en-US" sz="2400" dirty="0">
                <a:latin typeface="微软雅黑" panose="020B0503020204020204" charset="-122"/>
                <a:ea typeface="微软雅黑" panose="020B0503020204020204" charset="-122"/>
                <a:sym typeface="+mn-ea"/>
              </a:rPr>
              <a:t>（</a:t>
            </a:r>
            <a:r>
              <a:rPr lang="en-US" altLang="zh-CN" sz="2400" dirty="0">
                <a:latin typeface="微软雅黑" panose="020B0503020204020204" charset="-122"/>
                <a:ea typeface="微软雅黑" panose="020B0503020204020204" charset="-122"/>
                <a:sym typeface="+mn-ea"/>
              </a:rPr>
              <a:t>3/3</a:t>
            </a:r>
            <a:r>
              <a:rPr lang="zh-CN" altLang="en-US" sz="2400" dirty="0">
                <a:latin typeface="微软雅黑" panose="020B0503020204020204" charset="-122"/>
                <a:ea typeface="微软雅黑" panose="020B0503020204020204" charset="-122"/>
                <a:sym typeface="+mn-ea"/>
              </a:rPr>
              <a:t>）</a:t>
            </a:r>
            <a:endParaRPr lang="en-US" altLang="zh-CN" sz="2400" dirty="0">
              <a:latin typeface="微软雅黑" panose="020B0503020204020204" charset="-122"/>
              <a:ea typeface="微软雅黑" panose="020B0503020204020204" charset="-122"/>
            </a:endParaRPr>
          </a:p>
        </p:txBody>
      </p:sp>
      <p:sp>
        <p:nvSpPr>
          <p:cNvPr id="7" name="矩形 6"/>
          <p:cNvSpPr/>
          <p:nvPr/>
        </p:nvSpPr>
        <p:spPr>
          <a:xfrm>
            <a:off x="464820" y="1086485"/>
            <a:ext cx="4077335" cy="4684395"/>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5</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）产品创建完成后，可见右图</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6</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点击产品，进入</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产品概况</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，可见产品基础参数及设备接入地址（后续</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API</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接口开发需要使用此处参数）</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7</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）点击</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服务定义</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，可见</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profile</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产品模型的服务及属性信息（后续指令下发接口需要使用此处服务属性标识）</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pic>
        <p:nvPicPr>
          <p:cNvPr id="8" name="图片 7"/>
          <p:cNvPicPr>
            <a:picLocks noChangeAspect="1"/>
          </p:cNvPicPr>
          <p:nvPr/>
        </p:nvPicPr>
        <p:blipFill>
          <a:blip r:embed="rId2"/>
          <a:srcRect l="979"/>
          <a:stretch>
            <a:fillRect/>
          </a:stretch>
        </p:blipFill>
        <p:spPr>
          <a:xfrm>
            <a:off x="4833620" y="4276090"/>
            <a:ext cx="6824345" cy="2392045"/>
          </a:xfrm>
          <a:prstGeom prst="rect">
            <a:avLst/>
          </a:prstGeom>
        </p:spPr>
      </p:pic>
      <p:pic>
        <p:nvPicPr>
          <p:cNvPr id="2" name="图片 1"/>
          <p:cNvPicPr>
            <a:picLocks noChangeAspect="1"/>
          </p:cNvPicPr>
          <p:nvPr/>
        </p:nvPicPr>
        <p:blipFill>
          <a:blip r:embed="rId3"/>
          <a:stretch>
            <a:fillRect/>
          </a:stretch>
        </p:blipFill>
        <p:spPr>
          <a:xfrm>
            <a:off x="4833620" y="998855"/>
            <a:ext cx="3957320" cy="1505585"/>
          </a:xfrm>
          <a:prstGeom prst="rect">
            <a:avLst/>
          </a:prstGeom>
        </p:spPr>
      </p:pic>
      <p:pic>
        <p:nvPicPr>
          <p:cNvPr id="4" name="图片 3"/>
          <p:cNvPicPr>
            <a:picLocks noChangeAspect="1"/>
          </p:cNvPicPr>
          <p:nvPr/>
        </p:nvPicPr>
        <p:blipFill>
          <a:blip r:embed="rId4"/>
          <a:stretch>
            <a:fillRect/>
          </a:stretch>
        </p:blipFill>
        <p:spPr>
          <a:xfrm>
            <a:off x="4833620" y="2592705"/>
            <a:ext cx="6494780" cy="1683385"/>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设备添加</a:t>
            </a:r>
          </a:p>
        </p:txBody>
      </p:sp>
      <p:sp>
        <p:nvSpPr>
          <p:cNvPr id="7" name="矩形 6"/>
          <p:cNvSpPr/>
          <p:nvPr/>
        </p:nvSpPr>
        <p:spPr>
          <a:xfrm>
            <a:off x="464820" y="1086485"/>
            <a:ext cx="4077335" cy="5240020"/>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1</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点击</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设备管理</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，选择添加设备，即可进行设备添加</a:t>
            </a: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2</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请按右侧，设备添加示例进行设备添加操作</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3</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添加完成后，可见右图，可见设备基础信息（后续</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API</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接口开发需要使用此处参数）</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pic>
        <p:nvPicPr>
          <p:cNvPr id="2" name="图片 1"/>
          <p:cNvPicPr>
            <a:picLocks noChangeAspect="1"/>
          </p:cNvPicPr>
          <p:nvPr/>
        </p:nvPicPr>
        <p:blipFill>
          <a:blip r:embed="rId2"/>
          <a:stretch>
            <a:fillRect/>
          </a:stretch>
        </p:blipFill>
        <p:spPr>
          <a:xfrm>
            <a:off x="4542155" y="1243965"/>
            <a:ext cx="7432675" cy="1240155"/>
          </a:xfrm>
          <a:prstGeom prst="rect">
            <a:avLst/>
          </a:prstGeom>
        </p:spPr>
      </p:pic>
      <p:pic>
        <p:nvPicPr>
          <p:cNvPr id="4" name="图片 3"/>
          <p:cNvPicPr>
            <a:picLocks noChangeAspect="1"/>
          </p:cNvPicPr>
          <p:nvPr/>
        </p:nvPicPr>
        <p:blipFill>
          <a:blip r:embed="rId3"/>
          <a:stretch>
            <a:fillRect/>
          </a:stretch>
        </p:blipFill>
        <p:spPr>
          <a:xfrm>
            <a:off x="4542155" y="2484120"/>
            <a:ext cx="3962400" cy="2601595"/>
          </a:xfrm>
          <a:prstGeom prst="rect">
            <a:avLst/>
          </a:prstGeom>
        </p:spPr>
      </p:pic>
      <p:pic>
        <p:nvPicPr>
          <p:cNvPr id="6" name="图片 5"/>
          <p:cNvPicPr>
            <a:picLocks noChangeAspect="1"/>
          </p:cNvPicPr>
          <p:nvPr/>
        </p:nvPicPr>
        <p:blipFill>
          <a:blip r:embed="rId4"/>
          <a:stretch>
            <a:fillRect/>
          </a:stretch>
        </p:blipFill>
        <p:spPr>
          <a:xfrm>
            <a:off x="4542155" y="5236210"/>
            <a:ext cx="7455535" cy="1276985"/>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rPr>
              <a:t>南向对接</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设备上电上线上报</a:t>
            </a:r>
          </a:p>
        </p:txBody>
      </p:sp>
      <p:sp>
        <p:nvSpPr>
          <p:cNvPr id="7" name="矩形 6"/>
          <p:cNvSpPr/>
          <p:nvPr/>
        </p:nvSpPr>
        <p:spPr>
          <a:xfrm>
            <a:off x="464820" y="1086485"/>
            <a:ext cx="4077335" cy="4993005"/>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1</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）设备添加完成后，客户需要将设备</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IMEI/ICCID/IMSI</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信息</a:t>
            </a:r>
            <a:r>
              <a:rPr kumimoji="0" lang="zh-CN" altLang="en-US" sz="14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sym typeface="+mn-ea"/>
              </a:rPr>
              <a:t>提供给运营人员进行无感迁移操作。</a:t>
            </a:r>
            <a:endParaRPr kumimoji="0" lang="zh-CN" altLang="zh-CN" sz="14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2</a:t>
            </a:r>
            <a:r>
              <a:rPr kumimoji="0" lang="zh-CN"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）待运营人员</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完成无感迁移操作后，待设备上行数据后，查看设备是否正常激活上线。</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3</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）再前往</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数据查看</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，输入设备</a:t>
            </a:r>
            <a:r>
              <a:rPr kumimoji="0" lang="en-US" altLang="zh-CN"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id</a:t>
            </a:r>
            <a:r>
              <a:rPr kumimoji="0"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，查看设备，是否有上行数据信息。</a:t>
            </a:r>
          </a:p>
        </p:txBody>
      </p:sp>
      <p:pic>
        <p:nvPicPr>
          <p:cNvPr id="6" name="图片 5"/>
          <p:cNvPicPr>
            <a:picLocks noChangeAspect="1"/>
          </p:cNvPicPr>
          <p:nvPr/>
        </p:nvPicPr>
        <p:blipFill>
          <a:blip r:embed="rId2"/>
          <a:stretch>
            <a:fillRect/>
          </a:stretch>
        </p:blipFill>
        <p:spPr>
          <a:xfrm>
            <a:off x="4683125" y="3261995"/>
            <a:ext cx="7135495" cy="1144270"/>
          </a:xfrm>
          <a:prstGeom prst="rect">
            <a:avLst/>
          </a:prstGeom>
        </p:spPr>
      </p:pic>
      <p:pic>
        <p:nvPicPr>
          <p:cNvPr id="8" name="图片 7"/>
          <p:cNvPicPr>
            <a:picLocks noChangeAspect="1"/>
          </p:cNvPicPr>
          <p:nvPr/>
        </p:nvPicPr>
        <p:blipFill>
          <a:blip r:embed="rId3"/>
          <a:stretch>
            <a:fillRect/>
          </a:stretch>
        </p:blipFill>
        <p:spPr>
          <a:xfrm>
            <a:off x="4683125" y="4763135"/>
            <a:ext cx="7113270" cy="1582420"/>
          </a:xfrm>
          <a:prstGeom prst="rect">
            <a:avLst/>
          </a:prstGeom>
        </p:spPr>
      </p:pic>
      <p:pic>
        <p:nvPicPr>
          <p:cNvPr id="2" name="图片 1"/>
          <p:cNvPicPr>
            <a:picLocks noChangeAspect="1"/>
          </p:cNvPicPr>
          <p:nvPr/>
        </p:nvPicPr>
        <p:blipFill>
          <a:blip r:embed="rId4"/>
          <a:stretch>
            <a:fillRect/>
          </a:stretch>
        </p:blipFill>
        <p:spPr>
          <a:xfrm>
            <a:off x="4620260" y="1024255"/>
            <a:ext cx="4775835" cy="1880870"/>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5AAAF-014E-C0AF-A2B0-C7201E8FCAE1}"/>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93646CCE-0958-D387-CADF-D077874A6EBD}"/>
              </a:ext>
            </a:extLst>
          </p:cNvPr>
          <p:cNvSpPr txBox="1"/>
          <p:nvPr/>
        </p:nvSpPr>
        <p:spPr>
          <a:xfrm>
            <a:off x="4310896" y="2637788"/>
            <a:ext cx="3570208" cy="769441"/>
          </a:xfrm>
          <a:prstGeom prst="rect">
            <a:avLst/>
          </a:prstGeom>
          <a:noFill/>
        </p:spPr>
        <p:txBody>
          <a:bodyPr wrap="none" rtlCol="0">
            <a:spAutoFit/>
          </a:bodyPr>
          <a:lstStyle/>
          <a:p>
            <a:r>
              <a:rPr lang="zh-CN" altLang="en-US" sz="4400" b="1" dirty="0">
                <a:latin typeface="+mj-ea"/>
                <a:ea typeface="+mj-ea"/>
              </a:rPr>
              <a:t>后续步骤相同</a:t>
            </a:r>
          </a:p>
        </p:txBody>
      </p:sp>
    </p:spTree>
    <p:extLst>
      <p:ext uri="{BB962C8B-B14F-4D97-AF65-F5344CB8AC3E}">
        <p14:creationId xmlns:p14="http://schemas.microsoft.com/office/powerpoint/2010/main" val="220348638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nchor="ctr">
            <a:noAutofit/>
          </a:bodyPr>
          <a:lstStyle/>
          <a:p>
            <a:r>
              <a:rPr lang="zh-CN" altLang="en-US" sz="2400" dirty="0">
                <a:latin typeface="微软雅黑" panose="020B0503020204020204" charset="-122"/>
                <a:ea typeface="微软雅黑" panose="020B0503020204020204" charset="-122"/>
                <a:sym typeface="+mn-ea"/>
              </a:rPr>
              <a:t>端到端流程验证</a:t>
            </a:r>
            <a:endParaRPr lang="zh-CN" altLang="en-US" sz="2400" dirty="0">
              <a:latin typeface="微软雅黑" panose="020B0503020204020204" charset="-122"/>
              <a:ea typeface="微软雅黑" panose="020B0503020204020204" charset="-122"/>
            </a:endParaRPr>
          </a:p>
        </p:txBody>
      </p:sp>
      <p:pic>
        <p:nvPicPr>
          <p:cNvPr id="2" name="图片 24"/>
          <p:cNvPicPr>
            <a:picLocks noChangeAspect="1"/>
          </p:cNvPicPr>
          <p:nvPr/>
        </p:nvPicPr>
        <p:blipFill>
          <a:blip r:embed="rId2"/>
          <a:stretch>
            <a:fillRect/>
          </a:stretch>
        </p:blipFill>
        <p:spPr>
          <a:xfrm>
            <a:off x="2076995" y="2537097"/>
            <a:ext cx="7665720" cy="3550285"/>
          </a:xfrm>
          <a:prstGeom prst="rect">
            <a:avLst/>
          </a:prstGeom>
          <a:noFill/>
          <a:ln w="9525">
            <a:noFill/>
          </a:ln>
        </p:spPr>
      </p:pic>
      <p:sp>
        <p:nvSpPr>
          <p:cNvPr id="4" name="矩形 3"/>
          <p:cNvSpPr/>
          <p:nvPr/>
        </p:nvSpPr>
        <p:spPr>
          <a:xfrm>
            <a:off x="322580" y="1008380"/>
            <a:ext cx="11331575" cy="876935"/>
          </a:xfrm>
          <a:prstGeom prst="rect">
            <a:avLst/>
          </a:prstGeom>
        </p:spPr>
        <p:txBody>
          <a:bodyPr wrap="square">
            <a:noAutofit/>
          </a:bodyPr>
          <a:lstStyle/>
          <a:p>
            <a:pPr marL="0" marR="0" lvl="0" indent="0" algn="just" defTabSz="914400" rtl="0" eaLnBrk="1" fontAlgn="auto" latinLnBrk="0" hangingPunct="1">
              <a:lnSpc>
                <a:spcPct val="150000"/>
              </a:lnSpc>
              <a:spcBef>
                <a:spcPts val="0"/>
              </a:spcBef>
              <a:spcAft>
                <a:spcPts val="0"/>
              </a:spcAft>
              <a:buClrTx/>
              <a:buSzTx/>
              <a:buFont typeface="Wingdings" panose="05000000000000000000" charset="0"/>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完成南北向对接后，需完整验证</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设备</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平台</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应用</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整个环节内的数据上下行业务。</a:t>
            </a:r>
          </a:p>
          <a:p>
            <a:pPr marL="0" marR="0" lvl="0" indent="0" algn="just" defTabSz="914400" rtl="0" eaLnBrk="1" fontAlgn="auto" latinLnBrk="0" hangingPunct="1">
              <a:lnSpc>
                <a:spcPct val="150000"/>
              </a:lnSpc>
              <a:spcBef>
                <a:spcPts val="0"/>
              </a:spcBef>
              <a:spcAft>
                <a:spcPts val="0"/>
              </a:spcAft>
              <a:buClrTx/>
              <a:buSzTx/>
              <a:buFont typeface="Wingdings" panose="05000000000000000000" charset="0"/>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上行业务：</a:t>
            </a: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设备上行数据，是否正常送达平台，并推送给应用</a:t>
            </a:r>
          </a:p>
          <a:p>
            <a:pPr marL="0" marR="0" lvl="0" indent="0" algn="just" defTabSz="914400" rtl="0" eaLnBrk="1" fontAlgn="auto" latinLnBrk="0" hangingPunct="1">
              <a:lnSpc>
                <a:spcPct val="150000"/>
              </a:lnSpc>
              <a:spcBef>
                <a:spcPts val="0"/>
              </a:spcBef>
              <a:spcAft>
                <a:spcPts val="0"/>
              </a:spcAft>
              <a:buClrTx/>
              <a:buSzTx/>
              <a:buFont typeface="Wingdings" panose="05000000000000000000" charset="0"/>
              <a:buNone/>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下行业务：</a:t>
            </a: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应用调用接口下发指令，平台是否正常创建指令，并下发送达设备。</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13.85,&quot;left&quot;:84.6,&quot;top&quot;:247.15,&quot;width&quot;:612.95}"/>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4.9339726918075,&quot;left&quot;:540.35,&quot;top&quot;:172.69999999999996,&quot;width&quot;:378.65}"/>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红色">
      <a:dk1>
        <a:srgbClr val="000000"/>
      </a:dk1>
      <a:lt1>
        <a:srgbClr val="FFFFFF"/>
      </a:lt1>
      <a:dk2>
        <a:srgbClr val="778495"/>
      </a:dk2>
      <a:lt2>
        <a:srgbClr val="F0F0F0"/>
      </a:lt2>
      <a:accent1>
        <a:srgbClr val="D05056"/>
      </a:accent1>
      <a:accent2>
        <a:srgbClr val="E66D57"/>
      </a:accent2>
      <a:accent3>
        <a:srgbClr val="F69E63"/>
      </a:accent3>
      <a:accent4>
        <a:srgbClr val="A0A776"/>
      </a:accent4>
      <a:accent5>
        <a:srgbClr val="758677"/>
      </a:accent5>
      <a:accent6>
        <a:srgbClr val="609AA6"/>
      </a:accent6>
      <a:hlink>
        <a:srgbClr val="D05056"/>
      </a:hlink>
      <a:folHlink>
        <a:srgbClr val="BFBFB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a:themeElements>
    <a:clrScheme name="红色">
      <a:dk1>
        <a:srgbClr val="000000"/>
      </a:dk1>
      <a:lt1>
        <a:srgbClr val="FFFFFF"/>
      </a:lt1>
      <a:dk2>
        <a:srgbClr val="778495"/>
      </a:dk2>
      <a:lt2>
        <a:srgbClr val="F0F0F0"/>
      </a:lt2>
      <a:accent1>
        <a:srgbClr val="D05056"/>
      </a:accent1>
      <a:accent2>
        <a:srgbClr val="E66D57"/>
      </a:accent2>
      <a:accent3>
        <a:srgbClr val="F69E63"/>
      </a:accent3>
      <a:accent4>
        <a:srgbClr val="A0A776"/>
      </a:accent4>
      <a:accent5>
        <a:srgbClr val="758677"/>
      </a:accent5>
      <a:accent6>
        <a:srgbClr val="609AA6"/>
      </a:accent6>
      <a:hlink>
        <a:srgbClr val="D05056"/>
      </a:hlink>
      <a:folHlink>
        <a:srgbClr val="BFBFBF"/>
      </a:folHlink>
    </a:clrScheme>
    <a:fontScheme name="dlmofq5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第一PPT，www.1ppt.com​">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lmofq5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571</TotalTime>
  <Words>4006</Words>
  <Application>Microsoft Office PowerPoint</Application>
  <PresentationFormat>宽屏</PresentationFormat>
  <Paragraphs>564</Paragraphs>
  <Slides>46</Slides>
  <Notes>16</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1</vt:i4>
      </vt:variant>
      <vt:variant>
        <vt:lpstr>幻灯片标题</vt:lpstr>
      </vt:variant>
      <vt:variant>
        <vt:i4>46</vt:i4>
      </vt:variant>
    </vt:vector>
  </HeadingPairs>
  <TitlesOfParts>
    <vt:vector size="59" baseType="lpstr">
      <vt:lpstr>等线</vt:lpstr>
      <vt:lpstr>等线 Light</vt:lpstr>
      <vt:lpstr>华文细黑</vt:lpstr>
      <vt:lpstr>宋体</vt:lpstr>
      <vt:lpstr>微软雅黑</vt:lpstr>
      <vt:lpstr>Arial</vt:lpstr>
      <vt:lpstr>Calibri</vt:lpstr>
      <vt:lpstr>Times New Roman</vt:lpstr>
      <vt:lpstr>Wingdings</vt:lpstr>
      <vt:lpstr>Office 主题​​</vt:lpstr>
      <vt:lpstr>第一PPT，www.1ppt.com​</vt:lpstr>
      <vt:lpstr>1_第一PPT，www.1ppt.com​</vt:lpstr>
      <vt:lpstr>Document</vt:lpstr>
      <vt:lpstr>PowerPoint 演示文稿</vt:lpstr>
      <vt:lpstr>PowerPoint 演示文稿</vt:lpstr>
      <vt:lpstr>PowerPoint 演示文稿</vt:lpstr>
      <vt:lpstr>PowerPoint 演示文稿</vt:lpstr>
      <vt:lpstr>PowerPoint 演示文稿</vt:lpstr>
      <vt:lpstr>迁移流程图</vt:lpstr>
      <vt:lpstr>待迁移设备卡信息梳理-电信提供，客户核对</vt:lpstr>
      <vt:lpstr>分平台账号注册，应用、产品、设备创建</vt:lpstr>
      <vt:lpstr>北向应用系统改造-客户</vt:lpstr>
      <vt:lpstr>设备迁移与回退测试验证</vt:lpstr>
      <vt:lpstr>选取批量迁移设备清单</vt:lpstr>
      <vt:lpstr>批量迁移受理及验证</vt:lpstr>
      <vt:lpstr>端到端验证清单及标准-客户</vt:lpstr>
      <vt:lpstr>故障定位</vt:lpstr>
      <vt:lpstr>回退预案</vt:lpstr>
      <vt:lpstr>附件</vt:lpstr>
      <vt:lpstr>PowerPoint 演示文稿</vt:lpstr>
      <vt:lpstr>PowerPoint 演示文稿</vt:lpstr>
      <vt:lpstr>PowerPoint 演示文稿</vt:lpstr>
      <vt:lpstr>南北向对接介绍</vt:lpstr>
      <vt:lpstr>南向对接-产品创建（1/3）</vt:lpstr>
      <vt:lpstr>南向对接-产品创建（2/3）</vt:lpstr>
      <vt:lpstr>南向对接-产品创建（3/3）</vt:lpstr>
      <vt:lpstr>南向对接-设备添加</vt:lpstr>
      <vt:lpstr>南向对接-设备上电上线上报</vt:lpstr>
      <vt:lpstr>北向对接-消息流转-HTTP推送地址添加</vt:lpstr>
      <vt:lpstr>北向对接-消息流转-数据源路由创建</vt:lpstr>
      <vt:lpstr>北向对接-消息流转-数据源配置</vt:lpstr>
      <vt:lpstr>北向对接-消息流转-数据接收接口开发</vt:lpstr>
      <vt:lpstr>北向对接-应用创建</vt:lpstr>
      <vt:lpstr>北向对接-应用详情</vt:lpstr>
      <vt:lpstr>PowerPoint 演示文稿</vt:lpstr>
      <vt:lpstr>南北向对接介绍</vt:lpstr>
      <vt:lpstr>兼容NB网关权限开通</vt:lpstr>
      <vt:lpstr>兼容应用创建</vt:lpstr>
      <vt:lpstr>北向对接-应用对接（1/3）</vt:lpstr>
      <vt:lpstr>北向对接-获取 token（2/3）</vt:lpstr>
      <vt:lpstr>北向对接-刷新 token（3/3）</vt:lpstr>
      <vt:lpstr>北向对接-HTTP推送地址添加</vt:lpstr>
      <vt:lpstr>南向对接-产品创建（1/3）</vt:lpstr>
      <vt:lpstr>南向对接-产品创建（2/3）</vt:lpstr>
      <vt:lpstr>南向对接-产品创建（3/3）</vt:lpstr>
      <vt:lpstr>南向对接-设备添加</vt:lpstr>
      <vt:lpstr>南向对接-设备上电上线上报</vt:lpstr>
      <vt:lpstr>PowerPoint 演示文稿</vt:lpstr>
      <vt:lpstr>端到端流程验证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叶希</dc:creator>
  <cp:lastModifiedBy>李小刚</cp:lastModifiedBy>
  <cp:revision>123</cp:revision>
  <dcterms:created xsi:type="dcterms:W3CDTF">2025-09-24T13:42:00Z</dcterms:created>
  <dcterms:modified xsi:type="dcterms:W3CDTF">2025-10-13T08:22:31Z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683325BBCB8B436E9BABCB4D7611C98A_13</vt:lpwstr>
  </property>
  <property fmtid="{D5CDD505-2E9C-101B-9397-08002B2CF9AE}" pid="3" name="KSOProductBuildVer">
    <vt:lpwstr>2052-12.1.0.22529</vt:lpwstr>
  </property>
</Properties>
</file>